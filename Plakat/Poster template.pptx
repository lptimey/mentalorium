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quickStyle2.xml" ContentType="application/vnd.openxmlformats-officedocument.drawingml.diagram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colors2.xml" ContentType="application/vnd.openxmlformats-officedocument.drawingml.diagramColors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svg" ContentType="image/svg"/>
  <Override PartName="/ppt/media/image6.png" ContentType="image/png"/>
  <Override PartName="/ppt/media/image7.png" ContentType="image/png"/>
  <Override PartName="/ppt/media/image8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</p:sldIdLst>
  <p:sldSz cx="21383625" cy="30275213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906810-7B7F-4D33-AEF5-F2AE694938FC}" type="doc">
      <dgm:prSet loTypeId="urn:microsoft.com/office/officeart/2005/8/layout/radial1" loCatId="relationship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de-DE"/>
        </a:p>
      </dgm:t>
    </dgm:pt>
    <dgm:pt modelId="{3BF0D3BF-A678-43E0-BCDE-8225F5C255F5}" type="pres">
      <dgm:prSet presAssocID="{46906810-7B7F-4D33-AEF5-F2AE694938FC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</dgm:ptLst>
  <dgm:cxnLst>
    <dgm:cxn modelId="{62CEE347-A4B3-49D3-A2EB-C6E660D5E64B}" type="presOf" srcId="{46906810-7B7F-4D33-AEF5-F2AE694938FC}" destId="{3BF0D3BF-A678-43E0-BCDE-8225F5C255F5}" srcOrd="0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906810-7B7F-4D33-AEF5-F2AE694938FC}" type="doc">
      <dgm:prSet loTypeId="urn:microsoft.com/office/officeart/2005/8/layout/radial1" loCatId="relationship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de-DE"/>
        </a:p>
      </dgm:t>
    </dgm:pt>
    <dgm:pt modelId="{3BF0D3BF-A678-43E0-BCDE-8225F5C255F5}" type="pres">
      <dgm:prSet presAssocID="{46906810-7B7F-4D33-AEF5-F2AE694938FC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</dgm:ptLst>
  <dgm:cxnLst>
    <dgm:cxn modelId="{62CEE347-A4B3-49D3-A2EB-C6E660D5E64B}" type="presOf" srcId="{46906810-7B7F-4D33-AEF5-F2AE694938FC}" destId="{3BF0D3BF-A678-43E0-BCDE-8225F5C255F5}" srcOrd="0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Folie mittels Klicken verschieben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Format der Notizen mittels Klicken bearbeiten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&lt;Kopfzeile&gt;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&lt;Datum/Uhrzeit&gt;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2B9FD37-6B1A-4246-A11B-C2002700E521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&lt;Foliennummer&gt;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2338560" y="1143000"/>
            <a:ext cx="2180880" cy="308592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de-DE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7D57276-0723-405A-AFA0-49C1E3229079}" type="slidenum">
              <a:rPr b="0" lang="de-DE" sz="1200" spc="-1" strike="noStrike">
                <a:solidFill>
                  <a:srgbClr val="000000"/>
                </a:solidFill>
                <a:latin typeface="Times New Roman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68840" y="1207800"/>
            <a:ext cx="19244880" cy="505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0" y="0"/>
            <a:ext cx="21383280" cy="1048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E12762-953C-4021-8A2C-3D3FC357E8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CD77DB-5ED3-40B4-8DF0-FAA9803A7A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D41A2D9-183C-4203-8FD1-7F2A72CA62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068840" y="1207800"/>
            <a:ext cx="19244880" cy="505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0" y="0"/>
            <a:ext cx="21383280" cy="1048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65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F941732-C34A-4C8C-ADCF-4B4A035930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523D975-3DD0-4F2D-89E4-03C79425AD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068840" y="1207800"/>
            <a:ext cx="19244880" cy="505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0" y="0"/>
            <a:ext cx="10434960" cy="1048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65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10956960" y="0"/>
            <a:ext cx="10434960" cy="1048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65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7A534FE-57AB-47B8-834D-3E5CFD84E2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33D26A8-6446-47B3-89D3-A4722B56C1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068840" y="1207800"/>
            <a:ext cx="19244880" cy="505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7D4DDED-5782-400F-8919-F48A11051C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577E760-1553-4BFB-9D9E-22C7C72F8F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3527D69-DD15-4F3B-A2C6-42DA4F4149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E501903C-0028-4331-9826-664CBBB0C6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hteck 6"/>
          <p:cNvSpPr/>
          <p:nvPr/>
        </p:nvSpPr>
        <p:spPr>
          <a:xfrm>
            <a:off x="0" y="11880"/>
            <a:ext cx="21383280" cy="482148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0">
                <a:srgbClr val="000000">
                  <a:alpha val="71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" name="Rechteck 7"/>
          <p:cNvSpPr/>
          <p:nvPr/>
        </p:nvSpPr>
        <p:spPr>
          <a:xfrm>
            <a:off x="0" y="28114920"/>
            <a:ext cx="21383280" cy="2160000"/>
          </a:xfrm>
          <a:prstGeom prst="rect">
            <a:avLst/>
          </a:prstGeom>
          <a:solidFill>
            <a:srgbClr val="005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sp>
        <p:nvSpPr>
          <p:cNvPr id="2" name="Rechteck 8"/>
          <p:cNvSpPr/>
          <p:nvPr/>
        </p:nvSpPr>
        <p:spPr>
          <a:xfrm>
            <a:off x="0" y="10500120"/>
            <a:ext cx="21383280" cy="3499920"/>
          </a:xfrm>
          <a:prstGeom prst="rect">
            <a:avLst/>
          </a:prstGeom>
          <a:solidFill>
            <a:srgbClr val="005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i="1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pic>
        <p:nvPicPr>
          <p:cNvPr id="3" name="Grafik 9" descr=""/>
          <p:cNvPicPr/>
          <p:nvPr/>
        </p:nvPicPr>
        <p:blipFill>
          <a:blip r:embed="rId2"/>
          <a:stretch/>
        </p:blipFill>
        <p:spPr>
          <a:xfrm>
            <a:off x="17917920" y="1131480"/>
            <a:ext cx="2793960" cy="981000"/>
          </a:xfrm>
          <a:prstGeom prst="rect">
            <a:avLst/>
          </a:prstGeom>
          <a:ln w="0">
            <a:noFill/>
          </a:ln>
        </p:spPr>
      </p:pic>
      <p:pic>
        <p:nvPicPr>
          <p:cNvPr id="4" name="Grafik 10" descr=""/>
          <p:cNvPicPr/>
          <p:nvPr/>
        </p:nvPicPr>
        <p:blipFill>
          <a:blip r:embed="rId3"/>
          <a:stretch/>
        </p:blipFill>
        <p:spPr>
          <a:xfrm>
            <a:off x="621720" y="28816920"/>
            <a:ext cx="2350440" cy="1086120"/>
          </a:xfrm>
          <a:prstGeom prst="rect">
            <a:avLst/>
          </a:prstGeom>
          <a:ln w="0">
            <a:noFill/>
          </a:ln>
        </p:spPr>
      </p:pic>
      <p:pic>
        <p:nvPicPr>
          <p:cNvPr id="5" name="Grafik 11" descr=""/>
          <p:cNvPicPr/>
          <p:nvPr/>
        </p:nvPicPr>
        <p:blipFill>
          <a:blip r:embed="rId4"/>
          <a:srcRect l="47403" t="0" r="0" b="0"/>
          <a:stretch/>
        </p:blipFill>
        <p:spPr>
          <a:xfrm>
            <a:off x="3211200" y="28816920"/>
            <a:ext cx="1537200" cy="1026360"/>
          </a:xfrm>
          <a:prstGeom prst="rect">
            <a:avLst/>
          </a:prstGeom>
          <a:ln w="0">
            <a:noFill/>
          </a:ln>
        </p:spPr>
      </p:pic>
      <p:pic>
        <p:nvPicPr>
          <p:cNvPr id="6" name="Grafik 12" descr=""/>
          <p:cNvPicPr/>
          <p:nvPr/>
        </p:nvPicPr>
        <p:blipFill>
          <a:blip r:embed="rId5"/>
          <a:stretch/>
        </p:blipFill>
        <p:spPr>
          <a:xfrm>
            <a:off x="4987440" y="28816920"/>
            <a:ext cx="2150280" cy="102636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603800" y="4954680"/>
            <a:ext cx="18175680" cy="105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2138400">
              <a:lnSpc>
                <a:spcPct val="90000"/>
              </a:lnSpc>
              <a:buNone/>
            </a:pPr>
            <a:r>
              <a:rPr b="0" lang="de-DE" sz="14030" spc="-1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  <a:endParaRPr b="0" lang="en-US" sz="1403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1"/>
          </p:nvPr>
        </p:nvSpPr>
        <p:spPr>
          <a:xfrm>
            <a:off x="1470240" y="28060560"/>
            <a:ext cx="481104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&lt;Datum/Uhrzeit&gt;</a:t>
            </a:r>
            <a:endParaRPr b="0" lang="de-DE" sz="28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2"/>
          </p:nvPr>
        </p:nvSpPr>
        <p:spPr>
          <a:xfrm>
            <a:off x="7083360" y="28060560"/>
            <a:ext cx="721656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3"/>
          </p:nvPr>
        </p:nvSpPr>
        <p:spPr>
          <a:xfrm>
            <a:off x="15102360" y="28060560"/>
            <a:ext cx="481104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C143C3-9CC8-4EA8-8A9B-D1718CB9A107}" type="slidenum">
              <a: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&lt;Foliennummer&gt;</a:t>
            </a:fld>
            <a:endParaRPr b="0" lang="de-DE" sz="281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6"/>
          <p:cNvSpPr/>
          <p:nvPr/>
        </p:nvSpPr>
        <p:spPr>
          <a:xfrm>
            <a:off x="0" y="11880"/>
            <a:ext cx="21383280" cy="482148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0">
                <a:srgbClr val="000000">
                  <a:alpha val="71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" name="Rechteck 7"/>
          <p:cNvSpPr/>
          <p:nvPr/>
        </p:nvSpPr>
        <p:spPr>
          <a:xfrm>
            <a:off x="0" y="28114920"/>
            <a:ext cx="21383280" cy="2160000"/>
          </a:xfrm>
          <a:prstGeom prst="rect">
            <a:avLst/>
          </a:prstGeom>
          <a:solidFill>
            <a:srgbClr val="005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sp>
        <p:nvSpPr>
          <p:cNvPr id="15" name="Rechteck 8"/>
          <p:cNvSpPr/>
          <p:nvPr/>
        </p:nvSpPr>
        <p:spPr>
          <a:xfrm>
            <a:off x="0" y="10500120"/>
            <a:ext cx="21383280" cy="3499920"/>
          </a:xfrm>
          <a:prstGeom prst="rect">
            <a:avLst/>
          </a:prstGeom>
          <a:solidFill>
            <a:srgbClr val="005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i="1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pic>
        <p:nvPicPr>
          <p:cNvPr id="16" name="Grafik 9" descr=""/>
          <p:cNvPicPr/>
          <p:nvPr/>
        </p:nvPicPr>
        <p:blipFill>
          <a:blip r:embed="rId2"/>
          <a:stretch/>
        </p:blipFill>
        <p:spPr>
          <a:xfrm>
            <a:off x="17917920" y="1131480"/>
            <a:ext cx="2793960" cy="981000"/>
          </a:xfrm>
          <a:prstGeom prst="rect">
            <a:avLst/>
          </a:prstGeom>
          <a:ln w="0">
            <a:noFill/>
          </a:ln>
        </p:spPr>
      </p:pic>
      <p:pic>
        <p:nvPicPr>
          <p:cNvPr id="17" name="Grafik 10" descr=""/>
          <p:cNvPicPr/>
          <p:nvPr/>
        </p:nvPicPr>
        <p:blipFill>
          <a:blip r:embed="rId3"/>
          <a:stretch/>
        </p:blipFill>
        <p:spPr>
          <a:xfrm>
            <a:off x="621720" y="28816920"/>
            <a:ext cx="2350440" cy="1086120"/>
          </a:xfrm>
          <a:prstGeom prst="rect">
            <a:avLst/>
          </a:prstGeom>
          <a:ln w="0">
            <a:noFill/>
          </a:ln>
        </p:spPr>
      </p:pic>
      <p:pic>
        <p:nvPicPr>
          <p:cNvPr id="18" name="Grafik 11" descr=""/>
          <p:cNvPicPr/>
          <p:nvPr/>
        </p:nvPicPr>
        <p:blipFill>
          <a:blip r:embed="rId4"/>
          <a:srcRect l="47403" t="0" r="0" b="0"/>
          <a:stretch/>
        </p:blipFill>
        <p:spPr>
          <a:xfrm>
            <a:off x="3211200" y="28816920"/>
            <a:ext cx="1537200" cy="1026360"/>
          </a:xfrm>
          <a:prstGeom prst="rect">
            <a:avLst/>
          </a:prstGeom>
          <a:ln w="0">
            <a:noFill/>
          </a:ln>
        </p:spPr>
      </p:pic>
      <p:pic>
        <p:nvPicPr>
          <p:cNvPr id="19" name="Grafik 12" descr=""/>
          <p:cNvPicPr/>
          <p:nvPr/>
        </p:nvPicPr>
        <p:blipFill>
          <a:blip r:embed="rId5"/>
          <a:stretch/>
        </p:blipFill>
        <p:spPr>
          <a:xfrm>
            <a:off x="4987440" y="28816920"/>
            <a:ext cx="2150280" cy="1026360"/>
          </a:xfrm>
          <a:prstGeom prst="rect">
            <a:avLst/>
          </a:prstGeom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470240" y="1611720"/>
            <a:ext cx="18443160" cy="585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2138400">
              <a:lnSpc>
                <a:spcPct val="90000"/>
              </a:lnSpc>
              <a:buNone/>
            </a:pPr>
            <a:r>
              <a:rPr b="0" lang="de-DE" sz="10290" spc="-1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  <a:endParaRPr b="0" lang="en-US" sz="1029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1470240" y="8059320"/>
            <a:ext cx="18443160" cy="192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534600" indent="-534600" defTabSz="2138400">
              <a:lnSpc>
                <a:spcPct val="90000"/>
              </a:lnSpc>
              <a:spcBef>
                <a:spcPts val="233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6550" spc="-1" strike="noStrike">
                <a:solidFill>
                  <a:schemeClr val="dk1"/>
                </a:solidFill>
                <a:latin typeface="Calibri"/>
              </a:rPr>
              <a:t>Mastertextformat </a:t>
            </a:r>
            <a:r>
              <a:rPr b="0" lang="de-DE" sz="6550" spc="-1" strike="noStrike">
                <a:solidFill>
                  <a:schemeClr val="dk1"/>
                </a:solidFill>
                <a:latin typeface="Calibri"/>
              </a:rPr>
              <a:t>bearbeiten</a:t>
            </a:r>
            <a:endParaRPr b="0" lang="en-US" sz="6550" spc="-1" strike="noStrike">
              <a:solidFill>
                <a:schemeClr val="dk1"/>
              </a:solidFill>
              <a:latin typeface="Calibri"/>
            </a:endParaRPr>
          </a:p>
          <a:p>
            <a:pPr lvl="1" marL="16038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5610" spc="-1" strike="noStrike">
                <a:solidFill>
                  <a:schemeClr val="dk1"/>
                </a:solidFill>
                <a:latin typeface="Calibri"/>
              </a:rPr>
              <a:t>Zweite Ebene</a:t>
            </a:r>
            <a:endParaRPr b="0" lang="en-US" sz="5610" spc="-1" strike="noStrike">
              <a:solidFill>
                <a:schemeClr val="dk1"/>
              </a:solidFill>
              <a:latin typeface="Calibri"/>
            </a:endParaRPr>
          </a:p>
          <a:p>
            <a:pPr lvl="2" marL="26730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4670" spc="-1" strike="noStrike">
                <a:solidFill>
                  <a:schemeClr val="dk1"/>
                </a:solidFill>
                <a:latin typeface="Calibri"/>
              </a:rPr>
              <a:t>Dritte Ebene</a:t>
            </a:r>
            <a:endParaRPr b="0" lang="en-US" sz="4670" spc="-1" strike="noStrike">
              <a:solidFill>
                <a:schemeClr val="dk1"/>
              </a:solidFill>
              <a:latin typeface="Calibri"/>
            </a:endParaRPr>
          </a:p>
          <a:p>
            <a:pPr lvl="3" marL="37422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Vierte Ebene</a:t>
            </a:r>
            <a:endParaRPr b="0" lang="en-US" sz="4210" spc="-1" strike="noStrike">
              <a:solidFill>
                <a:schemeClr val="dk1"/>
              </a:solidFill>
              <a:latin typeface="Calibri"/>
            </a:endParaRPr>
          </a:p>
          <a:p>
            <a:pPr lvl="4" marL="48114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Fünfte </a:t>
            </a: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Ebene</a:t>
            </a:r>
            <a:endParaRPr b="0" lang="en-US" sz="421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4"/>
          </p:nvPr>
        </p:nvSpPr>
        <p:spPr>
          <a:xfrm>
            <a:off x="1470240" y="28060560"/>
            <a:ext cx="481104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&lt;Datum/Uhrzeit&gt;</a:t>
            </a:r>
            <a:endParaRPr b="0" lang="de-DE" sz="28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5"/>
          </p:nvPr>
        </p:nvSpPr>
        <p:spPr>
          <a:xfrm>
            <a:off x="7083360" y="28060560"/>
            <a:ext cx="721656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6"/>
          </p:nvPr>
        </p:nvSpPr>
        <p:spPr>
          <a:xfrm>
            <a:off x="15102360" y="28060560"/>
            <a:ext cx="481104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AA4BD7-55B9-4D01-BD82-346AC3063DF5}" type="slidenum">
              <a: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&lt;Foliennummer&gt;</a:t>
            </a:fld>
            <a:endParaRPr b="0" lang="de-DE" sz="281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6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6"/>
          <p:cNvSpPr/>
          <p:nvPr/>
        </p:nvSpPr>
        <p:spPr>
          <a:xfrm>
            <a:off x="0" y="11880"/>
            <a:ext cx="21383280" cy="482148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0">
                <a:srgbClr val="000000">
                  <a:alpha val="71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" name="Rechteck 7"/>
          <p:cNvSpPr/>
          <p:nvPr/>
        </p:nvSpPr>
        <p:spPr>
          <a:xfrm>
            <a:off x="0" y="28114920"/>
            <a:ext cx="21383280" cy="2160000"/>
          </a:xfrm>
          <a:prstGeom prst="rect">
            <a:avLst/>
          </a:prstGeom>
          <a:solidFill>
            <a:srgbClr val="005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sp>
        <p:nvSpPr>
          <p:cNvPr id="27" name="Rechteck 8"/>
          <p:cNvSpPr/>
          <p:nvPr/>
        </p:nvSpPr>
        <p:spPr>
          <a:xfrm>
            <a:off x="0" y="10500120"/>
            <a:ext cx="21383280" cy="3499920"/>
          </a:xfrm>
          <a:prstGeom prst="rect">
            <a:avLst/>
          </a:prstGeom>
          <a:solidFill>
            <a:srgbClr val="005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i="1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pic>
        <p:nvPicPr>
          <p:cNvPr id="28" name="Grafik 9" descr=""/>
          <p:cNvPicPr/>
          <p:nvPr/>
        </p:nvPicPr>
        <p:blipFill>
          <a:blip r:embed="rId2"/>
          <a:stretch/>
        </p:blipFill>
        <p:spPr>
          <a:xfrm>
            <a:off x="17917920" y="1131480"/>
            <a:ext cx="2793960" cy="981000"/>
          </a:xfrm>
          <a:prstGeom prst="rect">
            <a:avLst/>
          </a:prstGeom>
          <a:ln w="0">
            <a:noFill/>
          </a:ln>
        </p:spPr>
      </p:pic>
      <p:pic>
        <p:nvPicPr>
          <p:cNvPr id="29" name="Grafik 10" descr=""/>
          <p:cNvPicPr/>
          <p:nvPr/>
        </p:nvPicPr>
        <p:blipFill>
          <a:blip r:embed="rId3"/>
          <a:stretch/>
        </p:blipFill>
        <p:spPr>
          <a:xfrm>
            <a:off x="621720" y="28816920"/>
            <a:ext cx="2350440" cy="1086120"/>
          </a:xfrm>
          <a:prstGeom prst="rect">
            <a:avLst/>
          </a:prstGeom>
          <a:ln w="0">
            <a:noFill/>
          </a:ln>
        </p:spPr>
      </p:pic>
      <p:pic>
        <p:nvPicPr>
          <p:cNvPr id="30" name="Grafik 11" descr=""/>
          <p:cNvPicPr/>
          <p:nvPr/>
        </p:nvPicPr>
        <p:blipFill>
          <a:blip r:embed="rId4"/>
          <a:srcRect l="47403" t="0" r="0" b="0"/>
          <a:stretch/>
        </p:blipFill>
        <p:spPr>
          <a:xfrm>
            <a:off x="3211200" y="28816920"/>
            <a:ext cx="1537200" cy="1026360"/>
          </a:xfrm>
          <a:prstGeom prst="rect">
            <a:avLst/>
          </a:prstGeom>
          <a:ln w="0">
            <a:noFill/>
          </a:ln>
        </p:spPr>
      </p:pic>
      <p:pic>
        <p:nvPicPr>
          <p:cNvPr id="31" name="Grafik 12" descr=""/>
          <p:cNvPicPr/>
          <p:nvPr/>
        </p:nvPicPr>
        <p:blipFill>
          <a:blip r:embed="rId5"/>
          <a:stretch/>
        </p:blipFill>
        <p:spPr>
          <a:xfrm>
            <a:off x="4987440" y="28816920"/>
            <a:ext cx="2150280" cy="1026360"/>
          </a:xfrm>
          <a:prstGeom prst="rect">
            <a:avLst/>
          </a:prstGeom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5302520" y="1611720"/>
            <a:ext cx="4610520" cy="256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2138400">
              <a:lnSpc>
                <a:spcPct val="90000"/>
              </a:lnSpc>
              <a:buNone/>
            </a:pPr>
            <a:r>
              <a:rPr b="0" lang="de-DE" sz="10290" spc="-1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  <a:endParaRPr b="0" lang="en-US" sz="1029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1470240" y="1611720"/>
            <a:ext cx="13564800" cy="256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534600" indent="-534600" defTabSz="2138400">
              <a:lnSpc>
                <a:spcPct val="90000"/>
              </a:lnSpc>
              <a:spcBef>
                <a:spcPts val="233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6550" spc="-1" strike="noStrike">
                <a:solidFill>
                  <a:schemeClr val="dk1"/>
                </a:solidFill>
                <a:latin typeface="Calibri"/>
              </a:rPr>
              <a:t>Mas</a:t>
            </a:r>
            <a:r>
              <a:rPr b="0" lang="de-DE" sz="6550" spc="-1" strike="noStrike">
                <a:solidFill>
                  <a:schemeClr val="dk1"/>
                </a:solidFill>
                <a:latin typeface="Calibri"/>
              </a:rPr>
              <a:t>tert</a:t>
            </a:r>
            <a:r>
              <a:rPr b="0" lang="de-DE" sz="6550" spc="-1" strike="noStrike">
                <a:solidFill>
                  <a:schemeClr val="dk1"/>
                </a:solidFill>
                <a:latin typeface="Calibri"/>
              </a:rPr>
              <a:t>extf</a:t>
            </a:r>
            <a:r>
              <a:rPr b="0" lang="de-DE" sz="6550" spc="-1" strike="noStrike">
                <a:solidFill>
                  <a:schemeClr val="dk1"/>
                </a:solidFill>
                <a:latin typeface="Calibri"/>
              </a:rPr>
              <a:t>orm</a:t>
            </a:r>
            <a:r>
              <a:rPr b="0" lang="de-DE" sz="6550" spc="-1" strike="noStrike">
                <a:solidFill>
                  <a:schemeClr val="dk1"/>
                </a:solidFill>
                <a:latin typeface="Calibri"/>
              </a:rPr>
              <a:t>at </a:t>
            </a:r>
            <a:r>
              <a:rPr b="0" lang="de-DE" sz="6550" spc="-1" strike="noStrike">
                <a:solidFill>
                  <a:schemeClr val="dk1"/>
                </a:solidFill>
                <a:latin typeface="Calibri"/>
              </a:rPr>
              <a:t>bear</a:t>
            </a:r>
            <a:r>
              <a:rPr b="0" lang="de-DE" sz="6550" spc="-1" strike="noStrike">
                <a:solidFill>
                  <a:schemeClr val="dk1"/>
                </a:solidFill>
                <a:latin typeface="Calibri"/>
              </a:rPr>
              <a:t>beit</a:t>
            </a:r>
            <a:r>
              <a:rPr b="0" lang="de-DE" sz="6550" spc="-1" strike="noStrike">
                <a:solidFill>
                  <a:schemeClr val="dk1"/>
                </a:solidFill>
                <a:latin typeface="Calibri"/>
              </a:rPr>
              <a:t>en</a:t>
            </a:r>
            <a:endParaRPr b="0" lang="en-US" sz="6550" spc="-1" strike="noStrike">
              <a:solidFill>
                <a:schemeClr val="dk1"/>
              </a:solidFill>
              <a:latin typeface="Calibri"/>
            </a:endParaRPr>
          </a:p>
          <a:p>
            <a:pPr lvl="1" marL="16038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5610" spc="-1" strike="noStrike">
                <a:solidFill>
                  <a:schemeClr val="dk1"/>
                </a:solidFill>
                <a:latin typeface="Calibri"/>
              </a:rPr>
              <a:t>Z</a:t>
            </a:r>
            <a:r>
              <a:rPr b="0" lang="de-DE" sz="5610" spc="-1" strike="noStrike">
                <a:solidFill>
                  <a:schemeClr val="dk1"/>
                </a:solidFill>
                <a:latin typeface="Calibri"/>
              </a:rPr>
              <a:t>w</a:t>
            </a:r>
            <a:r>
              <a:rPr b="0" lang="de-DE" sz="5610" spc="-1" strike="noStrike">
                <a:solidFill>
                  <a:schemeClr val="dk1"/>
                </a:solidFill>
                <a:latin typeface="Calibri"/>
              </a:rPr>
              <a:t>ei</a:t>
            </a:r>
            <a:r>
              <a:rPr b="0" lang="de-DE" sz="561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de-DE" sz="561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de-DE" sz="561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de-DE" sz="5610" spc="-1" strike="noStrike">
                <a:solidFill>
                  <a:schemeClr val="dk1"/>
                </a:solidFill>
                <a:latin typeface="Calibri"/>
              </a:rPr>
              <a:t>b</a:t>
            </a:r>
            <a:r>
              <a:rPr b="0" lang="de-DE" sz="561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de-DE" sz="5610" spc="-1" strike="noStrike">
                <a:solidFill>
                  <a:schemeClr val="dk1"/>
                </a:solidFill>
                <a:latin typeface="Calibri"/>
              </a:rPr>
              <a:t>n</a:t>
            </a:r>
            <a:r>
              <a:rPr b="0" lang="de-DE" sz="561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5610" spc="-1" strike="noStrike">
              <a:solidFill>
                <a:schemeClr val="dk1"/>
              </a:solidFill>
              <a:latin typeface="Calibri"/>
            </a:endParaRPr>
          </a:p>
          <a:p>
            <a:pPr lvl="2" marL="26730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467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de-DE" sz="467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de-DE" sz="467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de-DE" sz="467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de-DE" sz="467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de-DE" sz="467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de-DE" sz="467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de-DE" sz="467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de-DE" sz="4670" spc="-1" strike="noStrike">
                <a:solidFill>
                  <a:schemeClr val="dk1"/>
                </a:solidFill>
                <a:latin typeface="Calibri"/>
              </a:rPr>
              <a:t>b</a:t>
            </a:r>
            <a:r>
              <a:rPr b="0" lang="de-DE" sz="467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de-DE" sz="4670" spc="-1" strike="noStrike">
                <a:solidFill>
                  <a:schemeClr val="dk1"/>
                </a:solidFill>
                <a:latin typeface="Calibri"/>
              </a:rPr>
              <a:t>n</a:t>
            </a:r>
            <a:r>
              <a:rPr b="0" lang="de-DE" sz="467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670" spc="-1" strike="noStrike">
              <a:solidFill>
                <a:schemeClr val="dk1"/>
              </a:solidFill>
              <a:latin typeface="Calibri"/>
            </a:endParaRPr>
          </a:p>
          <a:p>
            <a:pPr lvl="3" marL="37422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V</a:t>
            </a: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b</a:t>
            </a: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n</a:t>
            </a: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210" spc="-1" strike="noStrike">
              <a:solidFill>
                <a:schemeClr val="dk1"/>
              </a:solidFill>
              <a:latin typeface="Calibri"/>
            </a:endParaRPr>
          </a:p>
          <a:p>
            <a:pPr lvl="4" marL="48114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F</a:t>
            </a: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ü</a:t>
            </a: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n</a:t>
            </a: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f</a:t>
            </a: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b</a:t>
            </a: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n</a:t>
            </a: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21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7"/>
          </p:nvPr>
        </p:nvSpPr>
        <p:spPr>
          <a:xfrm>
            <a:off x="1470240" y="28060560"/>
            <a:ext cx="481104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&lt;Datum/Uhrzeit&gt;</a:t>
            </a:r>
            <a:endParaRPr b="0" lang="de-DE" sz="28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8"/>
          </p:nvPr>
        </p:nvSpPr>
        <p:spPr>
          <a:xfrm>
            <a:off x="7083360" y="28060560"/>
            <a:ext cx="721656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9"/>
          </p:nvPr>
        </p:nvSpPr>
        <p:spPr>
          <a:xfrm>
            <a:off x="15102360" y="28060560"/>
            <a:ext cx="481104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D4A2A7-9E61-47C1-ABE4-8937FC830B24}" type="slidenum">
              <a: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&lt;Foliennummer&gt;</a:t>
            </a:fld>
            <a:endParaRPr b="0" lang="de-DE" sz="281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6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hteck 6"/>
          <p:cNvSpPr/>
          <p:nvPr/>
        </p:nvSpPr>
        <p:spPr>
          <a:xfrm>
            <a:off x="0" y="11880"/>
            <a:ext cx="21383280" cy="482148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0">
                <a:srgbClr val="000000">
                  <a:alpha val="71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" name="Rechteck 7"/>
          <p:cNvSpPr/>
          <p:nvPr/>
        </p:nvSpPr>
        <p:spPr>
          <a:xfrm>
            <a:off x="0" y="28114920"/>
            <a:ext cx="21383280" cy="2160000"/>
          </a:xfrm>
          <a:prstGeom prst="rect">
            <a:avLst/>
          </a:prstGeom>
          <a:solidFill>
            <a:srgbClr val="005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sp>
        <p:nvSpPr>
          <p:cNvPr id="39" name="Rechteck 8"/>
          <p:cNvSpPr/>
          <p:nvPr/>
        </p:nvSpPr>
        <p:spPr>
          <a:xfrm>
            <a:off x="0" y="10500120"/>
            <a:ext cx="21383280" cy="3499920"/>
          </a:xfrm>
          <a:prstGeom prst="rect">
            <a:avLst/>
          </a:prstGeom>
          <a:solidFill>
            <a:srgbClr val="005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i="1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pic>
        <p:nvPicPr>
          <p:cNvPr id="40" name="Grafik 9" descr=""/>
          <p:cNvPicPr/>
          <p:nvPr/>
        </p:nvPicPr>
        <p:blipFill>
          <a:blip r:embed="rId2"/>
          <a:stretch/>
        </p:blipFill>
        <p:spPr>
          <a:xfrm>
            <a:off x="17917920" y="1131480"/>
            <a:ext cx="2793960" cy="981000"/>
          </a:xfrm>
          <a:prstGeom prst="rect">
            <a:avLst/>
          </a:prstGeom>
          <a:ln w="0">
            <a:noFill/>
          </a:ln>
        </p:spPr>
      </p:pic>
      <p:pic>
        <p:nvPicPr>
          <p:cNvPr id="41" name="Grafik 10" descr=""/>
          <p:cNvPicPr/>
          <p:nvPr/>
        </p:nvPicPr>
        <p:blipFill>
          <a:blip r:embed="rId3"/>
          <a:stretch/>
        </p:blipFill>
        <p:spPr>
          <a:xfrm>
            <a:off x="621720" y="28816920"/>
            <a:ext cx="2350440" cy="1086120"/>
          </a:xfrm>
          <a:prstGeom prst="rect">
            <a:avLst/>
          </a:prstGeom>
          <a:ln w="0">
            <a:noFill/>
          </a:ln>
        </p:spPr>
      </p:pic>
      <p:pic>
        <p:nvPicPr>
          <p:cNvPr id="42" name="Grafik 11" descr=""/>
          <p:cNvPicPr/>
          <p:nvPr/>
        </p:nvPicPr>
        <p:blipFill>
          <a:blip r:embed="rId4"/>
          <a:srcRect l="47403" t="0" r="0" b="0"/>
          <a:stretch/>
        </p:blipFill>
        <p:spPr>
          <a:xfrm>
            <a:off x="3211200" y="28816920"/>
            <a:ext cx="1537200" cy="1026360"/>
          </a:xfrm>
          <a:prstGeom prst="rect">
            <a:avLst/>
          </a:prstGeom>
          <a:ln w="0">
            <a:noFill/>
          </a:ln>
        </p:spPr>
      </p:pic>
      <p:pic>
        <p:nvPicPr>
          <p:cNvPr id="43" name="Grafik 12" descr=""/>
          <p:cNvPicPr/>
          <p:nvPr/>
        </p:nvPicPr>
        <p:blipFill>
          <a:blip r:embed="rId5"/>
          <a:stretch/>
        </p:blipFill>
        <p:spPr>
          <a:xfrm>
            <a:off x="4987440" y="28816920"/>
            <a:ext cx="2150280" cy="102636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21383280" cy="1048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Format des Gliederungstextes durch Klicken bearbeiten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Zweite Gliederungsebene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Dritte Gliederungsebene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Vierte Gliederungsebene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Fünfte Gliederungsebene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Sechste Gliederungsebene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Siebte Gliederungsebene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0" y="10483920"/>
            <a:ext cx="21383280" cy="347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6550" spc="-1" strike="noStrike">
                <a:solidFill>
                  <a:schemeClr val="dk1"/>
                </a:solidFill>
                <a:latin typeface="Calibri"/>
              </a:rPr>
              <a:t>Format des Gliederungstextes durch Klicken bearbeiten</a:t>
            </a:r>
            <a:endParaRPr b="0" lang="en-US" sz="655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6550" spc="-1" strike="noStrike">
                <a:solidFill>
                  <a:schemeClr val="dk1"/>
                </a:solidFill>
                <a:latin typeface="Calibri"/>
              </a:rPr>
              <a:t>Zweite Gliederungsebene</a:t>
            </a:r>
            <a:endParaRPr b="0" lang="en-US" sz="655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6550" spc="-1" strike="noStrike">
                <a:solidFill>
                  <a:schemeClr val="dk1"/>
                </a:solidFill>
                <a:latin typeface="Calibri"/>
              </a:rPr>
              <a:t>Dritte Gliederungsebene</a:t>
            </a:r>
            <a:endParaRPr b="0" lang="en-US" sz="655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6550" spc="-1" strike="noStrike">
                <a:solidFill>
                  <a:schemeClr val="dk1"/>
                </a:solidFill>
                <a:latin typeface="Calibri"/>
              </a:rPr>
              <a:t>Vierte Gliederungsebene</a:t>
            </a:r>
            <a:endParaRPr b="0" lang="en-US" sz="655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6550" spc="-1" strike="noStrike">
                <a:solidFill>
                  <a:schemeClr val="dk1"/>
                </a:solidFill>
                <a:latin typeface="Calibri"/>
              </a:rPr>
              <a:t>Fünfte Gliederungsebene</a:t>
            </a:r>
            <a:endParaRPr b="0" lang="en-US" sz="655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6550" spc="-1" strike="noStrike">
                <a:solidFill>
                  <a:schemeClr val="dk1"/>
                </a:solidFill>
                <a:latin typeface="Calibri"/>
              </a:rPr>
              <a:t>Sechste Gliederungsebene</a:t>
            </a:r>
            <a:endParaRPr b="0" lang="en-US" sz="655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6550" spc="-1" strike="noStrike">
                <a:solidFill>
                  <a:schemeClr val="dk1"/>
                </a:solidFill>
                <a:latin typeface="Calibri"/>
              </a:rPr>
              <a:t>Siebte Gliederungsebene</a:t>
            </a:r>
            <a:endParaRPr b="0" lang="en-US" sz="65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869120" y="3369600"/>
            <a:ext cx="14106240" cy="142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6790" spc="-1" strike="noStrike">
                <a:solidFill>
                  <a:schemeClr val="dk1"/>
                </a:solidFill>
                <a:latin typeface="Calibri"/>
              </a:rPr>
              <a:t>Format des Gliederungstextes durch Klicken bearbeiten</a:t>
            </a:r>
            <a:endParaRPr b="0" lang="en-US" sz="679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6790" spc="-1" strike="noStrike">
                <a:solidFill>
                  <a:schemeClr val="dk1"/>
                </a:solidFill>
                <a:latin typeface="Calibri"/>
              </a:rPr>
              <a:t>Zweite Gliederungsebene</a:t>
            </a:r>
            <a:endParaRPr b="0" lang="en-US" sz="679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6790" spc="-1" strike="noStrike">
                <a:solidFill>
                  <a:schemeClr val="dk1"/>
                </a:solidFill>
                <a:latin typeface="Calibri"/>
              </a:rPr>
              <a:t>Dritte Gliederungsebene</a:t>
            </a:r>
            <a:endParaRPr b="0" lang="en-US" sz="679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6790" spc="-1" strike="noStrike">
                <a:solidFill>
                  <a:schemeClr val="dk1"/>
                </a:solidFill>
                <a:latin typeface="Calibri"/>
              </a:rPr>
              <a:t>Vierte Gliederungsebene</a:t>
            </a:r>
            <a:endParaRPr b="0" lang="en-US" sz="679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6790" spc="-1" strike="noStrike">
                <a:solidFill>
                  <a:schemeClr val="dk1"/>
                </a:solidFill>
                <a:latin typeface="Calibri"/>
              </a:rPr>
              <a:t>Fünfte Gliederungsebene</a:t>
            </a:r>
            <a:endParaRPr b="0" lang="en-US" sz="679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6790" spc="-1" strike="noStrike">
                <a:solidFill>
                  <a:schemeClr val="dk1"/>
                </a:solidFill>
                <a:latin typeface="Calibri"/>
              </a:rPr>
              <a:t>Sechste Gliederungsebene</a:t>
            </a:r>
            <a:endParaRPr b="0" lang="en-US" sz="679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6790" spc="-1" strike="noStrike">
                <a:solidFill>
                  <a:schemeClr val="dk1"/>
                </a:solidFill>
                <a:latin typeface="Calibri"/>
              </a:rPr>
              <a:t>Siebte Gliederungsebene</a:t>
            </a:r>
            <a:endParaRPr b="0" lang="en-US" sz="679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5491080" y="4799520"/>
            <a:ext cx="14241960" cy="95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50" spc="-1" strike="noStrike">
                <a:solidFill>
                  <a:schemeClr val="dk1"/>
                </a:solidFill>
                <a:latin typeface="Calibri"/>
              </a:rPr>
              <a:t>Format des Gliederungstextes durch Klicken bearbeiten</a:t>
            </a:r>
            <a:endParaRPr b="0" lang="en-US" sz="425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50" spc="-1" strike="noStrike">
                <a:solidFill>
                  <a:schemeClr val="dk1"/>
                </a:solidFill>
                <a:latin typeface="Calibri"/>
              </a:rPr>
              <a:t>Zweite Gliederungsebene</a:t>
            </a:r>
            <a:endParaRPr b="0" lang="en-US" sz="425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50" spc="-1" strike="noStrike">
                <a:solidFill>
                  <a:schemeClr val="dk1"/>
                </a:solidFill>
                <a:latin typeface="Calibri"/>
              </a:rPr>
              <a:t>Dritte Gliederungsebene</a:t>
            </a:r>
            <a:endParaRPr b="0" lang="en-US" sz="425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50" spc="-1" strike="noStrike">
                <a:solidFill>
                  <a:schemeClr val="dk1"/>
                </a:solidFill>
                <a:latin typeface="Calibri"/>
              </a:rPr>
              <a:t>Vierte Gliederungsebene</a:t>
            </a:r>
            <a:endParaRPr b="0" lang="en-US" sz="425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50" spc="-1" strike="noStrike">
                <a:solidFill>
                  <a:schemeClr val="dk1"/>
                </a:solidFill>
                <a:latin typeface="Calibri"/>
              </a:rPr>
              <a:t>Fünfte Gliederungsebene</a:t>
            </a:r>
            <a:endParaRPr b="0" lang="en-US" sz="425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50" spc="-1" strike="noStrike">
                <a:solidFill>
                  <a:schemeClr val="dk1"/>
                </a:solidFill>
                <a:latin typeface="Calibri"/>
              </a:rPr>
              <a:t>Sechste Gliederungsebene</a:t>
            </a:r>
            <a:endParaRPr b="0" lang="en-US" sz="425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50" spc="-1" strike="noStrike">
                <a:solidFill>
                  <a:schemeClr val="dk1"/>
                </a:solidFill>
                <a:latin typeface="Calibri"/>
              </a:rPr>
              <a:t>Siebte Gliederungsebene</a:t>
            </a:r>
            <a:endParaRPr b="0" lang="en-US" sz="42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Rechteck 1"/>
          <p:cNvSpPr/>
          <p:nvPr/>
        </p:nvSpPr>
        <p:spPr>
          <a:xfrm>
            <a:off x="4836240" y="28419840"/>
            <a:ext cx="2824200" cy="1667880"/>
          </a:xfrm>
          <a:prstGeom prst="rect">
            <a:avLst/>
          </a:prstGeom>
          <a:solidFill>
            <a:srgbClr val="0052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" name="Rechteck 13"/>
          <p:cNvSpPr/>
          <p:nvPr/>
        </p:nvSpPr>
        <p:spPr>
          <a:xfrm>
            <a:off x="0" y="28089000"/>
            <a:ext cx="21383280" cy="2185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50" name="Gerade Verbindung 11"/>
          <p:cNvCxnSpPr/>
          <p:nvPr/>
        </p:nvCxnSpPr>
        <p:spPr>
          <a:xfrm>
            <a:off x="0" y="28107000"/>
            <a:ext cx="21383640" cy="360"/>
          </a:xfrm>
          <a:prstGeom prst="straightConnector1">
            <a:avLst/>
          </a:prstGeom>
          <a:ln w="28575">
            <a:solidFill>
              <a:srgbClr val="00528c"/>
            </a:solidFill>
          </a:ln>
        </p:spPr>
      </p:cxnSp>
      <p:grpSp>
        <p:nvGrpSpPr>
          <p:cNvPr id="51" name="Gruppieren 2"/>
          <p:cNvGrpSpPr/>
          <p:nvPr/>
        </p:nvGrpSpPr>
        <p:grpSpPr>
          <a:xfrm>
            <a:off x="607320" y="28594080"/>
            <a:ext cx="3900240" cy="1411200"/>
            <a:chOff x="607320" y="28594080"/>
            <a:chExt cx="3900240" cy="1411200"/>
          </a:xfrm>
        </p:grpSpPr>
        <p:pic>
          <p:nvPicPr>
            <p:cNvPr id="52" name="Grafik 20" descr=""/>
            <p:cNvPicPr/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/>
          </p:blipFill>
          <p:spPr>
            <a:xfrm>
              <a:off x="607320" y="28616760"/>
              <a:ext cx="1447560" cy="1372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3" name="Grafik 21" descr=""/>
            <p:cNvPicPr/>
            <p:nvPr/>
          </p:nvPicPr>
          <p:blipFill>
            <a:blip r:embed="rId8"/>
            <a:stretch/>
          </p:blipFill>
          <p:spPr>
            <a:xfrm>
              <a:off x="2366280" y="28594080"/>
              <a:ext cx="2141280" cy="14112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4" name="PlaceHolder 5"/>
          <p:cNvSpPr>
            <a:spLocks noGrp="1"/>
          </p:cNvSpPr>
          <p:nvPr>
            <p:ph type="title"/>
          </p:nvPr>
        </p:nvSpPr>
        <p:spPr>
          <a:xfrm>
            <a:off x="1068840" y="1207800"/>
            <a:ext cx="19244880" cy="505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Format des Titeltextes durch Klicken bearbeiten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55" name="" descr=""/>
          <p:cNvPicPr/>
          <p:nvPr/>
        </p:nvPicPr>
        <p:blipFill>
          <a:blip r:embed="rId9"/>
          <a:stretch/>
        </p:blipFill>
        <p:spPr>
          <a:xfrm>
            <a:off x="9540000" y="27720000"/>
            <a:ext cx="2472120" cy="247212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 txBox="1"/>
          <p:nvPr/>
        </p:nvSpPr>
        <p:spPr>
          <a:xfrm>
            <a:off x="8460000" y="29567160"/>
            <a:ext cx="4949280" cy="708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de-DE" sz="4000" spc="-1" strike="noStrike">
                <a:solidFill>
                  <a:srgbClr val="000000"/>
                </a:solidFill>
                <a:latin typeface="Verdana"/>
              </a:rPr>
              <a:t>FWS/SDUT 2026</a:t>
            </a:r>
            <a:endParaRPr b="0" lang="de-DE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10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hteck 6"/>
          <p:cNvSpPr/>
          <p:nvPr/>
        </p:nvSpPr>
        <p:spPr>
          <a:xfrm>
            <a:off x="0" y="11880"/>
            <a:ext cx="21383280" cy="482148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0">
                <a:srgbClr val="000000">
                  <a:alpha val="71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" name="Rechteck 7"/>
          <p:cNvSpPr/>
          <p:nvPr/>
        </p:nvSpPr>
        <p:spPr>
          <a:xfrm>
            <a:off x="0" y="28114920"/>
            <a:ext cx="21383280" cy="2160000"/>
          </a:xfrm>
          <a:prstGeom prst="rect">
            <a:avLst/>
          </a:prstGeom>
          <a:solidFill>
            <a:srgbClr val="005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sp>
        <p:nvSpPr>
          <p:cNvPr id="59" name="Rechteck 8"/>
          <p:cNvSpPr/>
          <p:nvPr/>
        </p:nvSpPr>
        <p:spPr>
          <a:xfrm>
            <a:off x="0" y="10500120"/>
            <a:ext cx="21383280" cy="3499920"/>
          </a:xfrm>
          <a:prstGeom prst="rect">
            <a:avLst/>
          </a:prstGeom>
          <a:solidFill>
            <a:srgbClr val="005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i="1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pic>
        <p:nvPicPr>
          <p:cNvPr id="60" name="Grafik 9" descr=""/>
          <p:cNvPicPr/>
          <p:nvPr/>
        </p:nvPicPr>
        <p:blipFill>
          <a:blip r:embed="rId2"/>
          <a:stretch/>
        </p:blipFill>
        <p:spPr>
          <a:xfrm>
            <a:off x="17917920" y="1131480"/>
            <a:ext cx="2793960" cy="981000"/>
          </a:xfrm>
          <a:prstGeom prst="rect">
            <a:avLst/>
          </a:prstGeom>
          <a:ln w="0">
            <a:noFill/>
          </a:ln>
        </p:spPr>
      </p:pic>
      <p:pic>
        <p:nvPicPr>
          <p:cNvPr id="61" name="Grafik 10" descr=""/>
          <p:cNvPicPr/>
          <p:nvPr/>
        </p:nvPicPr>
        <p:blipFill>
          <a:blip r:embed="rId3"/>
          <a:stretch/>
        </p:blipFill>
        <p:spPr>
          <a:xfrm>
            <a:off x="621720" y="28816920"/>
            <a:ext cx="2350440" cy="1086120"/>
          </a:xfrm>
          <a:prstGeom prst="rect">
            <a:avLst/>
          </a:prstGeom>
          <a:ln w="0">
            <a:noFill/>
          </a:ln>
        </p:spPr>
      </p:pic>
      <p:pic>
        <p:nvPicPr>
          <p:cNvPr id="62" name="Grafik 11" descr=""/>
          <p:cNvPicPr/>
          <p:nvPr/>
        </p:nvPicPr>
        <p:blipFill>
          <a:blip r:embed="rId4"/>
          <a:srcRect l="47403" t="0" r="0" b="0"/>
          <a:stretch/>
        </p:blipFill>
        <p:spPr>
          <a:xfrm>
            <a:off x="3211200" y="28816920"/>
            <a:ext cx="1537200" cy="1026360"/>
          </a:xfrm>
          <a:prstGeom prst="rect">
            <a:avLst/>
          </a:prstGeom>
          <a:ln w="0">
            <a:noFill/>
          </a:ln>
        </p:spPr>
      </p:pic>
      <p:pic>
        <p:nvPicPr>
          <p:cNvPr id="63" name="Grafik 12" descr=""/>
          <p:cNvPicPr/>
          <p:nvPr/>
        </p:nvPicPr>
        <p:blipFill>
          <a:blip r:embed="rId5"/>
          <a:stretch/>
        </p:blipFill>
        <p:spPr>
          <a:xfrm>
            <a:off x="4987440" y="28816920"/>
            <a:ext cx="2150280" cy="1026360"/>
          </a:xfrm>
          <a:prstGeom prst="rect">
            <a:avLst/>
          </a:prstGeom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470240" y="1611720"/>
            <a:ext cx="18443160" cy="585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2138400">
              <a:lnSpc>
                <a:spcPct val="90000"/>
              </a:lnSpc>
              <a:buNone/>
            </a:pPr>
            <a:r>
              <a:rPr b="0" lang="de-DE" sz="10290" spc="-1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  <a:endParaRPr b="0" lang="en-US" sz="1029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470240" y="8059320"/>
            <a:ext cx="18443160" cy="192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534600" indent="-534600" defTabSz="2138400">
              <a:lnSpc>
                <a:spcPct val="90000"/>
              </a:lnSpc>
              <a:spcBef>
                <a:spcPts val="233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6550" spc="-1" strike="noStrike">
                <a:solidFill>
                  <a:schemeClr val="dk1"/>
                </a:solidFill>
                <a:latin typeface="Calibri"/>
              </a:rPr>
              <a:t>Mastertextformat bearbeiten</a:t>
            </a:r>
            <a:endParaRPr b="0" lang="en-US" sz="6550" spc="-1" strike="noStrike">
              <a:solidFill>
                <a:schemeClr val="dk1"/>
              </a:solidFill>
              <a:latin typeface="Calibri"/>
            </a:endParaRPr>
          </a:p>
          <a:p>
            <a:pPr lvl="1" marL="16038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5610" spc="-1" strike="noStrike">
                <a:solidFill>
                  <a:schemeClr val="dk1"/>
                </a:solidFill>
                <a:latin typeface="Calibri"/>
              </a:rPr>
              <a:t>Zweite Ebene</a:t>
            </a:r>
            <a:endParaRPr b="0" lang="en-US" sz="5610" spc="-1" strike="noStrike">
              <a:solidFill>
                <a:schemeClr val="dk1"/>
              </a:solidFill>
              <a:latin typeface="Calibri"/>
            </a:endParaRPr>
          </a:p>
          <a:p>
            <a:pPr lvl="2" marL="26730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4670" spc="-1" strike="noStrike">
                <a:solidFill>
                  <a:schemeClr val="dk1"/>
                </a:solidFill>
                <a:latin typeface="Calibri"/>
              </a:rPr>
              <a:t>Dritte Ebene</a:t>
            </a:r>
            <a:endParaRPr b="0" lang="en-US" sz="4670" spc="-1" strike="noStrike">
              <a:solidFill>
                <a:schemeClr val="dk1"/>
              </a:solidFill>
              <a:latin typeface="Calibri"/>
            </a:endParaRPr>
          </a:p>
          <a:p>
            <a:pPr lvl="3" marL="37422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Vierte Ebene</a:t>
            </a:r>
            <a:endParaRPr b="0" lang="en-US" sz="4210" spc="-1" strike="noStrike">
              <a:solidFill>
                <a:schemeClr val="dk1"/>
              </a:solidFill>
              <a:latin typeface="Calibri"/>
            </a:endParaRPr>
          </a:p>
          <a:p>
            <a:pPr lvl="4" marL="48114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Fünfte Ebene</a:t>
            </a:r>
            <a:endParaRPr b="0" lang="en-US" sz="421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dt" idx="10"/>
          </p:nvPr>
        </p:nvSpPr>
        <p:spPr>
          <a:xfrm>
            <a:off x="1470240" y="28060560"/>
            <a:ext cx="481104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&lt;Datum/Uhrzeit&gt;</a:t>
            </a:r>
            <a:endParaRPr b="0" lang="de-DE" sz="28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ftr" idx="11"/>
          </p:nvPr>
        </p:nvSpPr>
        <p:spPr>
          <a:xfrm>
            <a:off x="7083360" y="28060560"/>
            <a:ext cx="721656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sldNum" idx="12"/>
          </p:nvPr>
        </p:nvSpPr>
        <p:spPr>
          <a:xfrm>
            <a:off x="15102360" y="28060560"/>
            <a:ext cx="481104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E0BE6C-1CE0-406B-8CA7-9E4D68150C4B}" type="slidenum">
              <a: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&lt;Foliennummer&gt;</a:t>
            </a:fld>
            <a:endParaRPr b="0" lang="de-DE" sz="281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6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hteck 6"/>
          <p:cNvSpPr/>
          <p:nvPr/>
        </p:nvSpPr>
        <p:spPr>
          <a:xfrm>
            <a:off x="0" y="11880"/>
            <a:ext cx="21383280" cy="482148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0">
                <a:srgbClr val="000000">
                  <a:alpha val="71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Rechteck 7"/>
          <p:cNvSpPr/>
          <p:nvPr/>
        </p:nvSpPr>
        <p:spPr>
          <a:xfrm>
            <a:off x="0" y="28114920"/>
            <a:ext cx="21383280" cy="2160000"/>
          </a:xfrm>
          <a:prstGeom prst="rect">
            <a:avLst/>
          </a:prstGeom>
          <a:solidFill>
            <a:srgbClr val="005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sp>
        <p:nvSpPr>
          <p:cNvPr id="73" name="Rechteck 8"/>
          <p:cNvSpPr/>
          <p:nvPr/>
        </p:nvSpPr>
        <p:spPr>
          <a:xfrm>
            <a:off x="0" y="10500120"/>
            <a:ext cx="21383280" cy="3499920"/>
          </a:xfrm>
          <a:prstGeom prst="rect">
            <a:avLst/>
          </a:prstGeom>
          <a:solidFill>
            <a:srgbClr val="005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i="1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pic>
        <p:nvPicPr>
          <p:cNvPr id="74" name="Grafik 9" descr=""/>
          <p:cNvPicPr/>
          <p:nvPr/>
        </p:nvPicPr>
        <p:blipFill>
          <a:blip r:embed="rId2"/>
          <a:stretch/>
        </p:blipFill>
        <p:spPr>
          <a:xfrm>
            <a:off x="17917920" y="1131480"/>
            <a:ext cx="2793960" cy="981000"/>
          </a:xfrm>
          <a:prstGeom prst="rect">
            <a:avLst/>
          </a:prstGeom>
          <a:ln w="0">
            <a:noFill/>
          </a:ln>
        </p:spPr>
      </p:pic>
      <p:pic>
        <p:nvPicPr>
          <p:cNvPr id="75" name="Grafik 10" descr=""/>
          <p:cNvPicPr/>
          <p:nvPr/>
        </p:nvPicPr>
        <p:blipFill>
          <a:blip r:embed="rId3"/>
          <a:stretch/>
        </p:blipFill>
        <p:spPr>
          <a:xfrm>
            <a:off x="621720" y="28816920"/>
            <a:ext cx="2350440" cy="1086120"/>
          </a:xfrm>
          <a:prstGeom prst="rect">
            <a:avLst/>
          </a:prstGeom>
          <a:ln w="0">
            <a:noFill/>
          </a:ln>
        </p:spPr>
      </p:pic>
      <p:pic>
        <p:nvPicPr>
          <p:cNvPr id="76" name="Grafik 11" descr=""/>
          <p:cNvPicPr/>
          <p:nvPr/>
        </p:nvPicPr>
        <p:blipFill>
          <a:blip r:embed="rId4"/>
          <a:srcRect l="47403" t="0" r="0" b="0"/>
          <a:stretch/>
        </p:blipFill>
        <p:spPr>
          <a:xfrm>
            <a:off x="3211200" y="28816920"/>
            <a:ext cx="1537200" cy="1026360"/>
          </a:xfrm>
          <a:prstGeom prst="rect">
            <a:avLst/>
          </a:prstGeom>
          <a:ln w="0">
            <a:noFill/>
          </a:ln>
        </p:spPr>
      </p:pic>
      <p:pic>
        <p:nvPicPr>
          <p:cNvPr id="77" name="Grafik 12" descr=""/>
          <p:cNvPicPr/>
          <p:nvPr/>
        </p:nvPicPr>
        <p:blipFill>
          <a:blip r:embed="rId5"/>
          <a:stretch/>
        </p:blipFill>
        <p:spPr>
          <a:xfrm>
            <a:off x="4987440" y="28816920"/>
            <a:ext cx="2150280" cy="1026360"/>
          </a:xfrm>
          <a:prstGeom prst="rect">
            <a:avLst/>
          </a:prstGeom>
          <a:ln w="0">
            <a:noFill/>
          </a:ln>
        </p:spPr>
      </p:pic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459080" y="7547760"/>
            <a:ext cx="18443160" cy="1259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2138400">
              <a:lnSpc>
                <a:spcPct val="90000"/>
              </a:lnSpc>
              <a:buNone/>
            </a:pPr>
            <a:r>
              <a:rPr b="0" lang="de-DE" sz="14030" spc="-1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  <a:endParaRPr b="0" lang="en-US" sz="1403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1459080" y="20260440"/>
            <a:ext cx="18443160" cy="662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2138400">
              <a:lnSpc>
                <a:spcPct val="90000"/>
              </a:lnSpc>
              <a:spcBef>
                <a:spcPts val="2339"/>
              </a:spcBef>
              <a:buNone/>
              <a:tabLst>
                <a:tab algn="l" pos="0"/>
              </a:tabLst>
            </a:pPr>
            <a:r>
              <a:rPr b="0" lang="de-DE" sz="5610" spc="-1" strike="noStrike">
                <a:solidFill>
                  <a:schemeClr val="dk1"/>
                </a:solidFill>
                <a:latin typeface="Calibri"/>
              </a:rPr>
              <a:t>Mastertextformat bearbeiten</a:t>
            </a:r>
            <a:endParaRPr b="0" lang="en-US" sz="561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dt" idx="13"/>
          </p:nvPr>
        </p:nvSpPr>
        <p:spPr>
          <a:xfrm>
            <a:off x="1470240" y="28060560"/>
            <a:ext cx="481104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&lt;Datum/Uhrzeit&gt;</a:t>
            </a:r>
            <a:endParaRPr b="0" lang="de-DE" sz="28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ftr" idx="14"/>
          </p:nvPr>
        </p:nvSpPr>
        <p:spPr>
          <a:xfrm>
            <a:off x="7083360" y="28060560"/>
            <a:ext cx="721656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sldNum" idx="15"/>
          </p:nvPr>
        </p:nvSpPr>
        <p:spPr>
          <a:xfrm>
            <a:off x="15102360" y="28060560"/>
            <a:ext cx="481104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DF8895-93A1-48E2-B97C-3D277369F95C}" type="slidenum">
              <a: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&lt;Foliennummer&gt;</a:t>
            </a:fld>
            <a:endParaRPr b="0" lang="de-DE" sz="281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6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hteck 6"/>
          <p:cNvSpPr/>
          <p:nvPr/>
        </p:nvSpPr>
        <p:spPr>
          <a:xfrm>
            <a:off x="0" y="11880"/>
            <a:ext cx="21383280" cy="482148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0">
                <a:srgbClr val="000000">
                  <a:alpha val="71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Rechteck 7"/>
          <p:cNvSpPr/>
          <p:nvPr/>
        </p:nvSpPr>
        <p:spPr>
          <a:xfrm>
            <a:off x="0" y="28114920"/>
            <a:ext cx="21383280" cy="2160000"/>
          </a:xfrm>
          <a:prstGeom prst="rect">
            <a:avLst/>
          </a:prstGeom>
          <a:solidFill>
            <a:srgbClr val="005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sp>
        <p:nvSpPr>
          <p:cNvPr id="85" name="Rechteck 8"/>
          <p:cNvSpPr/>
          <p:nvPr/>
        </p:nvSpPr>
        <p:spPr>
          <a:xfrm>
            <a:off x="0" y="10500120"/>
            <a:ext cx="21383280" cy="3499920"/>
          </a:xfrm>
          <a:prstGeom prst="rect">
            <a:avLst/>
          </a:prstGeom>
          <a:solidFill>
            <a:srgbClr val="005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i="1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pic>
        <p:nvPicPr>
          <p:cNvPr id="86" name="Grafik 9" descr=""/>
          <p:cNvPicPr/>
          <p:nvPr/>
        </p:nvPicPr>
        <p:blipFill>
          <a:blip r:embed="rId2"/>
          <a:stretch/>
        </p:blipFill>
        <p:spPr>
          <a:xfrm>
            <a:off x="17917920" y="1131480"/>
            <a:ext cx="2793960" cy="981000"/>
          </a:xfrm>
          <a:prstGeom prst="rect">
            <a:avLst/>
          </a:prstGeom>
          <a:ln w="0">
            <a:noFill/>
          </a:ln>
        </p:spPr>
      </p:pic>
      <p:pic>
        <p:nvPicPr>
          <p:cNvPr id="87" name="Grafik 10" descr=""/>
          <p:cNvPicPr/>
          <p:nvPr/>
        </p:nvPicPr>
        <p:blipFill>
          <a:blip r:embed="rId3"/>
          <a:stretch/>
        </p:blipFill>
        <p:spPr>
          <a:xfrm>
            <a:off x="621720" y="28816920"/>
            <a:ext cx="2350440" cy="1086120"/>
          </a:xfrm>
          <a:prstGeom prst="rect">
            <a:avLst/>
          </a:prstGeom>
          <a:ln w="0">
            <a:noFill/>
          </a:ln>
        </p:spPr>
      </p:pic>
      <p:pic>
        <p:nvPicPr>
          <p:cNvPr id="88" name="Grafik 11" descr=""/>
          <p:cNvPicPr/>
          <p:nvPr/>
        </p:nvPicPr>
        <p:blipFill>
          <a:blip r:embed="rId4"/>
          <a:srcRect l="47403" t="0" r="0" b="0"/>
          <a:stretch/>
        </p:blipFill>
        <p:spPr>
          <a:xfrm>
            <a:off x="3211200" y="28816920"/>
            <a:ext cx="1537200" cy="1026360"/>
          </a:xfrm>
          <a:prstGeom prst="rect">
            <a:avLst/>
          </a:prstGeom>
          <a:ln w="0">
            <a:noFill/>
          </a:ln>
        </p:spPr>
      </p:pic>
      <p:pic>
        <p:nvPicPr>
          <p:cNvPr id="89" name="Grafik 12" descr=""/>
          <p:cNvPicPr/>
          <p:nvPr/>
        </p:nvPicPr>
        <p:blipFill>
          <a:blip r:embed="rId5"/>
          <a:stretch/>
        </p:blipFill>
        <p:spPr>
          <a:xfrm>
            <a:off x="4987440" y="28816920"/>
            <a:ext cx="2150280" cy="1026360"/>
          </a:xfrm>
          <a:prstGeom prst="rect">
            <a:avLst/>
          </a:prstGeom>
          <a:ln w="0">
            <a:noFill/>
          </a:ln>
        </p:spPr>
      </p:pic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470240" y="1611720"/>
            <a:ext cx="18443160" cy="585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2138400">
              <a:lnSpc>
                <a:spcPct val="90000"/>
              </a:lnSpc>
              <a:buNone/>
            </a:pPr>
            <a:r>
              <a:rPr b="0" lang="de-DE" sz="10290" spc="-1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  <a:endParaRPr b="0" lang="en-US" sz="1029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1470240" y="8059320"/>
            <a:ext cx="9087840" cy="192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534600" indent="-534600" defTabSz="2138400">
              <a:lnSpc>
                <a:spcPct val="90000"/>
              </a:lnSpc>
              <a:spcBef>
                <a:spcPts val="233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6550" spc="-1" strike="noStrike">
                <a:solidFill>
                  <a:schemeClr val="dk1"/>
                </a:solidFill>
                <a:latin typeface="Calibri"/>
              </a:rPr>
              <a:t>Mastertextformat bearbeiten</a:t>
            </a:r>
            <a:endParaRPr b="0" lang="en-US" sz="6550" spc="-1" strike="noStrike">
              <a:solidFill>
                <a:schemeClr val="dk1"/>
              </a:solidFill>
              <a:latin typeface="Calibri"/>
            </a:endParaRPr>
          </a:p>
          <a:p>
            <a:pPr lvl="1" marL="16038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5610" spc="-1" strike="noStrike">
                <a:solidFill>
                  <a:schemeClr val="dk1"/>
                </a:solidFill>
                <a:latin typeface="Calibri"/>
              </a:rPr>
              <a:t>Zweite Ebene</a:t>
            </a:r>
            <a:endParaRPr b="0" lang="en-US" sz="5610" spc="-1" strike="noStrike">
              <a:solidFill>
                <a:schemeClr val="dk1"/>
              </a:solidFill>
              <a:latin typeface="Calibri"/>
            </a:endParaRPr>
          </a:p>
          <a:p>
            <a:pPr lvl="2" marL="26730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4670" spc="-1" strike="noStrike">
                <a:solidFill>
                  <a:schemeClr val="dk1"/>
                </a:solidFill>
                <a:latin typeface="Calibri"/>
              </a:rPr>
              <a:t>Dritte Ebene</a:t>
            </a:r>
            <a:endParaRPr b="0" lang="en-US" sz="4670" spc="-1" strike="noStrike">
              <a:solidFill>
                <a:schemeClr val="dk1"/>
              </a:solidFill>
              <a:latin typeface="Calibri"/>
            </a:endParaRPr>
          </a:p>
          <a:p>
            <a:pPr lvl="3" marL="37422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Vierte Ebene</a:t>
            </a:r>
            <a:endParaRPr b="0" lang="en-US" sz="4210" spc="-1" strike="noStrike">
              <a:solidFill>
                <a:schemeClr val="dk1"/>
              </a:solidFill>
              <a:latin typeface="Calibri"/>
            </a:endParaRPr>
          </a:p>
          <a:p>
            <a:pPr lvl="4" marL="48114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Fünfte Ebene</a:t>
            </a:r>
            <a:endParaRPr b="0" lang="en-US" sz="421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10825560" y="8059320"/>
            <a:ext cx="9087840" cy="192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534600" indent="-534600" defTabSz="2138400">
              <a:lnSpc>
                <a:spcPct val="90000"/>
              </a:lnSpc>
              <a:spcBef>
                <a:spcPts val="233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6550" spc="-1" strike="noStrike">
                <a:solidFill>
                  <a:schemeClr val="dk1"/>
                </a:solidFill>
                <a:latin typeface="Calibri"/>
              </a:rPr>
              <a:t>Mastertextformat bearbeiten</a:t>
            </a:r>
            <a:endParaRPr b="0" lang="en-US" sz="6550" spc="-1" strike="noStrike">
              <a:solidFill>
                <a:schemeClr val="dk1"/>
              </a:solidFill>
              <a:latin typeface="Calibri"/>
            </a:endParaRPr>
          </a:p>
          <a:p>
            <a:pPr lvl="1" marL="16038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5610" spc="-1" strike="noStrike">
                <a:solidFill>
                  <a:schemeClr val="dk1"/>
                </a:solidFill>
                <a:latin typeface="Calibri"/>
              </a:rPr>
              <a:t>Zweite Ebene</a:t>
            </a:r>
            <a:endParaRPr b="0" lang="en-US" sz="5610" spc="-1" strike="noStrike">
              <a:solidFill>
                <a:schemeClr val="dk1"/>
              </a:solidFill>
              <a:latin typeface="Calibri"/>
            </a:endParaRPr>
          </a:p>
          <a:p>
            <a:pPr lvl="2" marL="26730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4670" spc="-1" strike="noStrike">
                <a:solidFill>
                  <a:schemeClr val="dk1"/>
                </a:solidFill>
                <a:latin typeface="Calibri"/>
              </a:rPr>
              <a:t>Dritte Ebene</a:t>
            </a:r>
            <a:endParaRPr b="0" lang="en-US" sz="4670" spc="-1" strike="noStrike">
              <a:solidFill>
                <a:schemeClr val="dk1"/>
              </a:solidFill>
              <a:latin typeface="Calibri"/>
            </a:endParaRPr>
          </a:p>
          <a:p>
            <a:pPr lvl="3" marL="37422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Vierte Ebene</a:t>
            </a:r>
            <a:endParaRPr b="0" lang="en-US" sz="4210" spc="-1" strike="noStrike">
              <a:solidFill>
                <a:schemeClr val="dk1"/>
              </a:solidFill>
              <a:latin typeface="Calibri"/>
            </a:endParaRPr>
          </a:p>
          <a:p>
            <a:pPr lvl="4" marL="48114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Fünfte Ebene</a:t>
            </a:r>
            <a:endParaRPr b="0" lang="en-US" sz="421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dt" idx="16"/>
          </p:nvPr>
        </p:nvSpPr>
        <p:spPr>
          <a:xfrm>
            <a:off x="1470240" y="28060560"/>
            <a:ext cx="481104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&lt;Datum/Uhrzeit&gt;</a:t>
            </a:r>
            <a:endParaRPr b="0" lang="de-DE" sz="28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ftr" idx="17"/>
          </p:nvPr>
        </p:nvSpPr>
        <p:spPr>
          <a:xfrm>
            <a:off x="7083360" y="28060560"/>
            <a:ext cx="721656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6"/>
          <p:cNvSpPr>
            <a:spLocks noGrp="1"/>
          </p:cNvSpPr>
          <p:nvPr>
            <p:ph type="sldNum" idx="18"/>
          </p:nvPr>
        </p:nvSpPr>
        <p:spPr>
          <a:xfrm>
            <a:off x="15102360" y="28060560"/>
            <a:ext cx="481104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A8BBDB-C6C4-4DE2-9299-5B925A65FCC1}" type="slidenum">
              <a: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&lt;Foliennummer&gt;</a:t>
            </a:fld>
            <a:endParaRPr b="0" lang="de-DE" sz="281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6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hteck 6"/>
          <p:cNvSpPr/>
          <p:nvPr/>
        </p:nvSpPr>
        <p:spPr>
          <a:xfrm>
            <a:off x="0" y="11880"/>
            <a:ext cx="21383280" cy="482148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0">
                <a:srgbClr val="000000">
                  <a:alpha val="71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Rechteck 7"/>
          <p:cNvSpPr/>
          <p:nvPr/>
        </p:nvSpPr>
        <p:spPr>
          <a:xfrm>
            <a:off x="0" y="28114920"/>
            <a:ext cx="21383280" cy="2160000"/>
          </a:xfrm>
          <a:prstGeom prst="rect">
            <a:avLst/>
          </a:prstGeom>
          <a:solidFill>
            <a:srgbClr val="005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sp>
        <p:nvSpPr>
          <p:cNvPr id="101" name="Rechteck 8"/>
          <p:cNvSpPr/>
          <p:nvPr/>
        </p:nvSpPr>
        <p:spPr>
          <a:xfrm>
            <a:off x="0" y="10500120"/>
            <a:ext cx="21383280" cy="3499920"/>
          </a:xfrm>
          <a:prstGeom prst="rect">
            <a:avLst/>
          </a:prstGeom>
          <a:solidFill>
            <a:srgbClr val="005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i="1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pic>
        <p:nvPicPr>
          <p:cNvPr id="102" name="Grafik 9" descr=""/>
          <p:cNvPicPr/>
          <p:nvPr/>
        </p:nvPicPr>
        <p:blipFill>
          <a:blip r:embed="rId2"/>
          <a:stretch/>
        </p:blipFill>
        <p:spPr>
          <a:xfrm>
            <a:off x="17917920" y="1131480"/>
            <a:ext cx="2793960" cy="981000"/>
          </a:xfrm>
          <a:prstGeom prst="rect">
            <a:avLst/>
          </a:prstGeom>
          <a:ln w="0">
            <a:noFill/>
          </a:ln>
        </p:spPr>
      </p:pic>
      <p:pic>
        <p:nvPicPr>
          <p:cNvPr id="103" name="Grafik 10" descr=""/>
          <p:cNvPicPr/>
          <p:nvPr/>
        </p:nvPicPr>
        <p:blipFill>
          <a:blip r:embed="rId3"/>
          <a:stretch/>
        </p:blipFill>
        <p:spPr>
          <a:xfrm>
            <a:off x="621720" y="28816920"/>
            <a:ext cx="2350440" cy="1086120"/>
          </a:xfrm>
          <a:prstGeom prst="rect">
            <a:avLst/>
          </a:prstGeom>
          <a:ln w="0">
            <a:noFill/>
          </a:ln>
        </p:spPr>
      </p:pic>
      <p:pic>
        <p:nvPicPr>
          <p:cNvPr id="104" name="Grafik 11" descr=""/>
          <p:cNvPicPr/>
          <p:nvPr/>
        </p:nvPicPr>
        <p:blipFill>
          <a:blip r:embed="rId4"/>
          <a:srcRect l="47403" t="0" r="0" b="0"/>
          <a:stretch/>
        </p:blipFill>
        <p:spPr>
          <a:xfrm>
            <a:off x="3211200" y="28816920"/>
            <a:ext cx="1537200" cy="1026360"/>
          </a:xfrm>
          <a:prstGeom prst="rect">
            <a:avLst/>
          </a:prstGeom>
          <a:ln w="0">
            <a:noFill/>
          </a:ln>
        </p:spPr>
      </p:pic>
      <p:pic>
        <p:nvPicPr>
          <p:cNvPr id="105" name="Grafik 12" descr=""/>
          <p:cNvPicPr/>
          <p:nvPr/>
        </p:nvPicPr>
        <p:blipFill>
          <a:blip r:embed="rId5"/>
          <a:stretch/>
        </p:blipFill>
        <p:spPr>
          <a:xfrm>
            <a:off x="4987440" y="28816920"/>
            <a:ext cx="2150280" cy="1026360"/>
          </a:xfrm>
          <a:prstGeom prst="rect">
            <a:avLst/>
          </a:prstGeom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472760" y="1611720"/>
            <a:ext cx="18443160" cy="585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2138400">
              <a:lnSpc>
                <a:spcPct val="90000"/>
              </a:lnSpc>
              <a:buNone/>
            </a:pPr>
            <a:r>
              <a:rPr b="0" lang="de-DE" sz="10290" spc="-1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  <a:endParaRPr b="0" lang="en-US" sz="1029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1472760" y="7421760"/>
            <a:ext cx="9046080" cy="363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2138400">
              <a:lnSpc>
                <a:spcPct val="90000"/>
              </a:lnSpc>
              <a:spcBef>
                <a:spcPts val="2339"/>
              </a:spcBef>
              <a:buNone/>
              <a:tabLst>
                <a:tab algn="l" pos="0"/>
              </a:tabLst>
            </a:pPr>
            <a:r>
              <a:rPr b="1" lang="de-DE" sz="5610" spc="-1" strike="noStrike">
                <a:solidFill>
                  <a:schemeClr val="dk1"/>
                </a:solidFill>
                <a:latin typeface="Calibri"/>
              </a:rPr>
              <a:t>Mastertextformat bearbeiten</a:t>
            </a:r>
            <a:endParaRPr b="0" lang="en-US" sz="561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1472760" y="11058840"/>
            <a:ext cx="9046080" cy="1626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534600" indent="-534600" defTabSz="2138400">
              <a:lnSpc>
                <a:spcPct val="90000"/>
              </a:lnSpc>
              <a:spcBef>
                <a:spcPts val="233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6550" spc="-1" strike="noStrike">
                <a:solidFill>
                  <a:schemeClr val="dk1"/>
                </a:solidFill>
                <a:latin typeface="Calibri"/>
              </a:rPr>
              <a:t>Mastertextformat bearbeiten</a:t>
            </a:r>
            <a:endParaRPr b="0" lang="en-US" sz="6550" spc="-1" strike="noStrike">
              <a:solidFill>
                <a:schemeClr val="dk1"/>
              </a:solidFill>
              <a:latin typeface="Calibri"/>
            </a:endParaRPr>
          </a:p>
          <a:p>
            <a:pPr lvl="1" marL="16038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5610" spc="-1" strike="noStrike">
                <a:solidFill>
                  <a:schemeClr val="dk1"/>
                </a:solidFill>
                <a:latin typeface="Calibri"/>
              </a:rPr>
              <a:t>Zweite Ebene</a:t>
            </a:r>
            <a:endParaRPr b="0" lang="en-US" sz="5610" spc="-1" strike="noStrike">
              <a:solidFill>
                <a:schemeClr val="dk1"/>
              </a:solidFill>
              <a:latin typeface="Calibri"/>
            </a:endParaRPr>
          </a:p>
          <a:p>
            <a:pPr lvl="2" marL="26730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4670" spc="-1" strike="noStrike">
                <a:solidFill>
                  <a:schemeClr val="dk1"/>
                </a:solidFill>
                <a:latin typeface="Calibri"/>
              </a:rPr>
              <a:t>Dritte Ebene</a:t>
            </a:r>
            <a:endParaRPr b="0" lang="en-US" sz="4670" spc="-1" strike="noStrike">
              <a:solidFill>
                <a:schemeClr val="dk1"/>
              </a:solidFill>
              <a:latin typeface="Calibri"/>
            </a:endParaRPr>
          </a:p>
          <a:p>
            <a:pPr lvl="3" marL="37422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Vierte Ebene</a:t>
            </a:r>
            <a:endParaRPr b="0" lang="en-US" sz="4210" spc="-1" strike="noStrike">
              <a:solidFill>
                <a:schemeClr val="dk1"/>
              </a:solidFill>
              <a:latin typeface="Calibri"/>
            </a:endParaRPr>
          </a:p>
          <a:p>
            <a:pPr lvl="4" marL="48114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Fünfte Ebene</a:t>
            </a:r>
            <a:endParaRPr b="0" lang="en-US" sz="421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body"/>
          </p:nvPr>
        </p:nvSpPr>
        <p:spPr>
          <a:xfrm>
            <a:off x="10825560" y="7421760"/>
            <a:ext cx="9090360" cy="363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2138400">
              <a:lnSpc>
                <a:spcPct val="90000"/>
              </a:lnSpc>
              <a:spcBef>
                <a:spcPts val="2339"/>
              </a:spcBef>
              <a:buNone/>
              <a:tabLst>
                <a:tab algn="l" pos="0"/>
              </a:tabLst>
            </a:pPr>
            <a:r>
              <a:rPr b="1" lang="de-DE" sz="5610" spc="-1" strike="noStrike">
                <a:solidFill>
                  <a:schemeClr val="dk1"/>
                </a:solidFill>
                <a:latin typeface="Calibri"/>
              </a:rPr>
              <a:t>Mastertextformat bearbeiten</a:t>
            </a:r>
            <a:endParaRPr b="0" lang="en-US" sz="561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body"/>
          </p:nvPr>
        </p:nvSpPr>
        <p:spPr>
          <a:xfrm>
            <a:off x="10825560" y="11058840"/>
            <a:ext cx="9090360" cy="1626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534600" indent="-534600" defTabSz="2138400">
              <a:lnSpc>
                <a:spcPct val="90000"/>
              </a:lnSpc>
              <a:spcBef>
                <a:spcPts val="233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6550" spc="-1" strike="noStrike">
                <a:solidFill>
                  <a:schemeClr val="dk1"/>
                </a:solidFill>
                <a:latin typeface="Calibri"/>
              </a:rPr>
              <a:t>Mastertextformat bearbeiten</a:t>
            </a:r>
            <a:endParaRPr b="0" lang="en-US" sz="6550" spc="-1" strike="noStrike">
              <a:solidFill>
                <a:schemeClr val="dk1"/>
              </a:solidFill>
              <a:latin typeface="Calibri"/>
            </a:endParaRPr>
          </a:p>
          <a:p>
            <a:pPr lvl="1" marL="16038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5610" spc="-1" strike="noStrike">
                <a:solidFill>
                  <a:schemeClr val="dk1"/>
                </a:solidFill>
                <a:latin typeface="Calibri"/>
              </a:rPr>
              <a:t>Zweite Ebene</a:t>
            </a:r>
            <a:endParaRPr b="0" lang="en-US" sz="5610" spc="-1" strike="noStrike">
              <a:solidFill>
                <a:schemeClr val="dk1"/>
              </a:solidFill>
              <a:latin typeface="Calibri"/>
            </a:endParaRPr>
          </a:p>
          <a:p>
            <a:pPr lvl="2" marL="26730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4670" spc="-1" strike="noStrike">
                <a:solidFill>
                  <a:schemeClr val="dk1"/>
                </a:solidFill>
                <a:latin typeface="Calibri"/>
              </a:rPr>
              <a:t>Dritte Ebene</a:t>
            </a:r>
            <a:endParaRPr b="0" lang="en-US" sz="4670" spc="-1" strike="noStrike">
              <a:solidFill>
                <a:schemeClr val="dk1"/>
              </a:solidFill>
              <a:latin typeface="Calibri"/>
            </a:endParaRPr>
          </a:p>
          <a:p>
            <a:pPr lvl="3" marL="37422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Vierte Ebene</a:t>
            </a:r>
            <a:endParaRPr b="0" lang="en-US" sz="4210" spc="-1" strike="noStrike">
              <a:solidFill>
                <a:schemeClr val="dk1"/>
              </a:solidFill>
              <a:latin typeface="Calibri"/>
            </a:endParaRPr>
          </a:p>
          <a:p>
            <a:pPr lvl="4" marL="48114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4210" spc="-1" strike="noStrike">
                <a:solidFill>
                  <a:schemeClr val="dk1"/>
                </a:solidFill>
                <a:latin typeface="Calibri"/>
              </a:rPr>
              <a:t>Fünfte Ebene</a:t>
            </a:r>
            <a:endParaRPr b="0" lang="en-US" sz="421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1" name="PlaceHolder 6"/>
          <p:cNvSpPr>
            <a:spLocks noGrp="1"/>
          </p:cNvSpPr>
          <p:nvPr>
            <p:ph type="dt" idx="19"/>
          </p:nvPr>
        </p:nvSpPr>
        <p:spPr>
          <a:xfrm>
            <a:off x="1470240" y="28060560"/>
            <a:ext cx="481104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&lt;Datum/Uhrzeit&gt;</a:t>
            </a:r>
            <a:endParaRPr b="0" lang="de-DE" sz="28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PlaceHolder 7"/>
          <p:cNvSpPr>
            <a:spLocks noGrp="1"/>
          </p:cNvSpPr>
          <p:nvPr>
            <p:ph type="ftr" idx="20"/>
          </p:nvPr>
        </p:nvSpPr>
        <p:spPr>
          <a:xfrm>
            <a:off x="7083360" y="28060560"/>
            <a:ext cx="721656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PlaceHolder 8"/>
          <p:cNvSpPr>
            <a:spLocks noGrp="1"/>
          </p:cNvSpPr>
          <p:nvPr>
            <p:ph type="sldNum" idx="21"/>
          </p:nvPr>
        </p:nvSpPr>
        <p:spPr>
          <a:xfrm>
            <a:off x="15102360" y="28060560"/>
            <a:ext cx="481104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0993E0-10B3-45C7-B6C3-0F74061ED3AA}" type="slidenum">
              <a: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&lt;Foliennummer&gt;</a:t>
            </a:fld>
            <a:endParaRPr b="0" lang="de-DE" sz="281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6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hteck 6"/>
          <p:cNvSpPr/>
          <p:nvPr/>
        </p:nvSpPr>
        <p:spPr>
          <a:xfrm>
            <a:off x="0" y="11880"/>
            <a:ext cx="21383280" cy="482148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0">
                <a:srgbClr val="000000">
                  <a:alpha val="71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Rechteck 7"/>
          <p:cNvSpPr/>
          <p:nvPr/>
        </p:nvSpPr>
        <p:spPr>
          <a:xfrm>
            <a:off x="0" y="28114920"/>
            <a:ext cx="21383280" cy="2160000"/>
          </a:xfrm>
          <a:prstGeom prst="rect">
            <a:avLst/>
          </a:prstGeom>
          <a:solidFill>
            <a:srgbClr val="005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sp>
        <p:nvSpPr>
          <p:cNvPr id="116" name="Rechteck 8"/>
          <p:cNvSpPr/>
          <p:nvPr/>
        </p:nvSpPr>
        <p:spPr>
          <a:xfrm>
            <a:off x="0" y="10500120"/>
            <a:ext cx="21383280" cy="3499920"/>
          </a:xfrm>
          <a:prstGeom prst="rect">
            <a:avLst/>
          </a:prstGeom>
          <a:solidFill>
            <a:srgbClr val="005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i="1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pic>
        <p:nvPicPr>
          <p:cNvPr id="117" name="Grafik 9" descr=""/>
          <p:cNvPicPr/>
          <p:nvPr/>
        </p:nvPicPr>
        <p:blipFill>
          <a:blip r:embed="rId2"/>
          <a:stretch/>
        </p:blipFill>
        <p:spPr>
          <a:xfrm>
            <a:off x="17917920" y="1131480"/>
            <a:ext cx="2793960" cy="981000"/>
          </a:xfrm>
          <a:prstGeom prst="rect">
            <a:avLst/>
          </a:prstGeom>
          <a:ln w="0">
            <a:noFill/>
          </a:ln>
        </p:spPr>
      </p:pic>
      <p:pic>
        <p:nvPicPr>
          <p:cNvPr id="118" name="Grafik 10" descr=""/>
          <p:cNvPicPr/>
          <p:nvPr/>
        </p:nvPicPr>
        <p:blipFill>
          <a:blip r:embed="rId3"/>
          <a:stretch/>
        </p:blipFill>
        <p:spPr>
          <a:xfrm>
            <a:off x="621720" y="28816920"/>
            <a:ext cx="2350440" cy="1086120"/>
          </a:xfrm>
          <a:prstGeom prst="rect">
            <a:avLst/>
          </a:prstGeom>
          <a:ln w="0">
            <a:noFill/>
          </a:ln>
        </p:spPr>
      </p:pic>
      <p:pic>
        <p:nvPicPr>
          <p:cNvPr id="119" name="Grafik 11" descr=""/>
          <p:cNvPicPr/>
          <p:nvPr/>
        </p:nvPicPr>
        <p:blipFill>
          <a:blip r:embed="rId4"/>
          <a:srcRect l="47403" t="0" r="0" b="0"/>
          <a:stretch/>
        </p:blipFill>
        <p:spPr>
          <a:xfrm>
            <a:off x="3211200" y="28816920"/>
            <a:ext cx="1537200" cy="1026360"/>
          </a:xfrm>
          <a:prstGeom prst="rect">
            <a:avLst/>
          </a:prstGeom>
          <a:ln w="0">
            <a:noFill/>
          </a:ln>
        </p:spPr>
      </p:pic>
      <p:pic>
        <p:nvPicPr>
          <p:cNvPr id="120" name="Grafik 12" descr=""/>
          <p:cNvPicPr/>
          <p:nvPr/>
        </p:nvPicPr>
        <p:blipFill>
          <a:blip r:embed="rId5"/>
          <a:stretch/>
        </p:blipFill>
        <p:spPr>
          <a:xfrm>
            <a:off x="4987440" y="28816920"/>
            <a:ext cx="2150280" cy="1026360"/>
          </a:xfrm>
          <a:prstGeom prst="rect">
            <a:avLst/>
          </a:prstGeom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470240" y="1611720"/>
            <a:ext cx="18443160" cy="585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2138400">
              <a:lnSpc>
                <a:spcPct val="90000"/>
              </a:lnSpc>
              <a:buNone/>
            </a:pPr>
            <a:r>
              <a:rPr b="0" lang="de-DE" sz="10290" spc="-1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  <a:endParaRPr b="0" lang="en-US" sz="1029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dt" idx="22"/>
          </p:nvPr>
        </p:nvSpPr>
        <p:spPr>
          <a:xfrm>
            <a:off x="1470240" y="28060560"/>
            <a:ext cx="481104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&lt;Datum/Uhrzeit&gt;</a:t>
            </a:r>
            <a:endParaRPr b="0" lang="de-DE" sz="28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ftr" idx="23"/>
          </p:nvPr>
        </p:nvSpPr>
        <p:spPr>
          <a:xfrm>
            <a:off x="7083360" y="28060560"/>
            <a:ext cx="721656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sldNum" idx="24"/>
          </p:nvPr>
        </p:nvSpPr>
        <p:spPr>
          <a:xfrm>
            <a:off x="15102360" y="28060560"/>
            <a:ext cx="481104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4BDCDF-2794-47F8-9857-BECFAD4AAE3D}" type="slidenum">
              <a: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&lt;Foliennummer&gt;</a:t>
            </a:fld>
            <a:endParaRPr b="0" lang="de-DE" sz="281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6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hteck 6"/>
          <p:cNvSpPr/>
          <p:nvPr/>
        </p:nvSpPr>
        <p:spPr>
          <a:xfrm>
            <a:off x="0" y="11880"/>
            <a:ext cx="21383280" cy="482148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0">
                <a:srgbClr val="000000">
                  <a:alpha val="71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Rechteck 7"/>
          <p:cNvSpPr/>
          <p:nvPr/>
        </p:nvSpPr>
        <p:spPr>
          <a:xfrm>
            <a:off x="0" y="28114920"/>
            <a:ext cx="21383280" cy="2160000"/>
          </a:xfrm>
          <a:prstGeom prst="rect">
            <a:avLst/>
          </a:prstGeom>
          <a:solidFill>
            <a:srgbClr val="005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sp>
        <p:nvSpPr>
          <p:cNvPr id="128" name="Rechteck 8"/>
          <p:cNvSpPr/>
          <p:nvPr/>
        </p:nvSpPr>
        <p:spPr>
          <a:xfrm>
            <a:off x="0" y="10500120"/>
            <a:ext cx="21383280" cy="3499920"/>
          </a:xfrm>
          <a:prstGeom prst="rect">
            <a:avLst/>
          </a:prstGeom>
          <a:solidFill>
            <a:srgbClr val="005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i="1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pic>
        <p:nvPicPr>
          <p:cNvPr id="129" name="Grafik 9" descr=""/>
          <p:cNvPicPr/>
          <p:nvPr/>
        </p:nvPicPr>
        <p:blipFill>
          <a:blip r:embed="rId2"/>
          <a:stretch/>
        </p:blipFill>
        <p:spPr>
          <a:xfrm>
            <a:off x="17917920" y="1131480"/>
            <a:ext cx="2793960" cy="981000"/>
          </a:xfrm>
          <a:prstGeom prst="rect">
            <a:avLst/>
          </a:prstGeom>
          <a:ln w="0">
            <a:noFill/>
          </a:ln>
        </p:spPr>
      </p:pic>
      <p:pic>
        <p:nvPicPr>
          <p:cNvPr id="130" name="Grafik 10" descr=""/>
          <p:cNvPicPr/>
          <p:nvPr/>
        </p:nvPicPr>
        <p:blipFill>
          <a:blip r:embed="rId3"/>
          <a:stretch/>
        </p:blipFill>
        <p:spPr>
          <a:xfrm>
            <a:off x="621720" y="28816920"/>
            <a:ext cx="2350440" cy="1086120"/>
          </a:xfrm>
          <a:prstGeom prst="rect">
            <a:avLst/>
          </a:prstGeom>
          <a:ln w="0">
            <a:noFill/>
          </a:ln>
        </p:spPr>
      </p:pic>
      <p:pic>
        <p:nvPicPr>
          <p:cNvPr id="131" name="Grafik 11" descr=""/>
          <p:cNvPicPr/>
          <p:nvPr/>
        </p:nvPicPr>
        <p:blipFill>
          <a:blip r:embed="rId4"/>
          <a:srcRect l="47403" t="0" r="0" b="0"/>
          <a:stretch/>
        </p:blipFill>
        <p:spPr>
          <a:xfrm>
            <a:off x="3211200" y="28816920"/>
            <a:ext cx="1537200" cy="1026360"/>
          </a:xfrm>
          <a:prstGeom prst="rect">
            <a:avLst/>
          </a:prstGeom>
          <a:ln w="0">
            <a:noFill/>
          </a:ln>
        </p:spPr>
      </p:pic>
      <p:pic>
        <p:nvPicPr>
          <p:cNvPr id="132" name="Grafik 12" descr=""/>
          <p:cNvPicPr/>
          <p:nvPr/>
        </p:nvPicPr>
        <p:blipFill>
          <a:blip r:embed="rId5"/>
          <a:stretch/>
        </p:blipFill>
        <p:spPr>
          <a:xfrm>
            <a:off x="4987440" y="28816920"/>
            <a:ext cx="2150280" cy="1026360"/>
          </a:xfrm>
          <a:prstGeom prst="rect">
            <a:avLst/>
          </a:prstGeom>
          <a:ln w="0">
            <a:noFill/>
          </a:ln>
        </p:spPr>
      </p:pic>
      <p:sp>
        <p:nvSpPr>
          <p:cNvPr id="133" name="PlaceHolder 1"/>
          <p:cNvSpPr>
            <a:spLocks noGrp="1"/>
          </p:cNvSpPr>
          <p:nvPr>
            <p:ph type="dt" idx="25"/>
          </p:nvPr>
        </p:nvSpPr>
        <p:spPr>
          <a:xfrm>
            <a:off x="1470240" y="28060560"/>
            <a:ext cx="481104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&lt;Datum/Uhrzeit&gt;</a:t>
            </a:r>
            <a:endParaRPr b="0" lang="de-DE" sz="28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ftr" idx="26"/>
          </p:nvPr>
        </p:nvSpPr>
        <p:spPr>
          <a:xfrm>
            <a:off x="7083360" y="28060560"/>
            <a:ext cx="721656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27"/>
          </p:nvPr>
        </p:nvSpPr>
        <p:spPr>
          <a:xfrm>
            <a:off x="15102360" y="28060560"/>
            <a:ext cx="481104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2479D58-B01D-48E6-879F-E92F827B88C9}" type="slidenum">
              <a: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&lt;Foliennummer&gt;</a:t>
            </a:fld>
            <a:endParaRPr b="0" lang="de-DE" sz="281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6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hteck 6"/>
          <p:cNvSpPr/>
          <p:nvPr/>
        </p:nvSpPr>
        <p:spPr>
          <a:xfrm>
            <a:off x="0" y="11880"/>
            <a:ext cx="21383280" cy="482148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0">
                <a:srgbClr val="000000">
                  <a:alpha val="71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Rechteck 7"/>
          <p:cNvSpPr/>
          <p:nvPr/>
        </p:nvSpPr>
        <p:spPr>
          <a:xfrm>
            <a:off x="0" y="28114920"/>
            <a:ext cx="21383280" cy="2160000"/>
          </a:xfrm>
          <a:prstGeom prst="rect">
            <a:avLst/>
          </a:prstGeom>
          <a:solidFill>
            <a:srgbClr val="005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sp>
        <p:nvSpPr>
          <p:cNvPr id="138" name="Rechteck 8"/>
          <p:cNvSpPr/>
          <p:nvPr/>
        </p:nvSpPr>
        <p:spPr>
          <a:xfrm>
            <a:off x="0" y="10500120"/>
            <a:ext cx="21383280" cy="3499920"/>
          </a:xfrm>
          <a:prstGeom prst="rect">
            <a:avLst/>
          </a:prstGeom>
          <a:solidFill>
            <a:srgbClr val="005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i="1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pic>
        <p:nvPicPr>
          <p:cNvPr id="139" name="Grafik 9" descr=""/>
          <p:cNvPicPr/>
          <p:nvPr/>
        </p:nvPicPr>
        <p:blipFill>
          <a:blip r:embed="rId2"/>
          <a:stretch/>
        </p:blipFill>
        <p:spPr>
          <a:xfrm>
            <a:off x="17917920" y="1131480"/>
            <a:ext cx="2793960" cy="981000"/>
          </a:xfrm>
          <a:prstGeom prst="rect">
            <a:avLst/>
          </a:prstGeom>
          <a:ln w="0">
            <a:noFill/>
          </a:ln>
        </p:spPr>
      </p:pic>
      <p:pic>
        <p:nvPicPr>
          <p:cNvPr id="140" name="Grafik 10" descr=""/>
          <p:cNvPicPr/>
          <p:nvPr/>
        </p:nvPicPr>
        <p:blipFill>
          <a:blip r:embed="rId3"/>
          <a:stretch/>
        </p:blipFill>
        <p:spPr>
          <a:xfrm>
            <a:off x="621720" y="28816920"/>
            <a:ext cx="2350440" cy="1086120"/>
          </a:xfrm>
          <a:prstGeom prst="rect">
            <a:avLst/>
          </a:prstGeom>
          <a:ln w="0">
            <a:noFill/>
          </a:ln>
        </p:spPr>
      </p:pic>
      <p:pic>
        <p:nvPicPr>
          <p:cNvPr id="141" name="Grafik 11" descr=""/>
          <p:cNvPicPr/>
          <p:nvPr/>
        </p:nvPicPr>
        <p:blipFill>
          <a:blip r:embed="rId4"/>
          <a:srcRect l="47403" t="0" r="0" b="0"/>
          <a:stretch/>
        </p:blipFill>
        <p:spPr>
          <a:xfrm>
            <a:off x="3211200" y="28816920"/>
            <a:ext cx="1537200" cy="1026360"/>
          </a:xfrm>
          <a:prstGeom prst="rect">
            <a:avLst/>
          </a:prstGeom>
          <a:ln w="0">
            <a:noFill/>
          </a:ln>
        </p:spPr>
      </p:pic>
      <p:pic>
        <p:nvPicPr>
          <p:cNvPr id="142" name="Grafik 12" descr=""/>
          <p:cNvPicPr/>
          <p:nvPr/>
        </p:nvPicPr>
        <p:blipFill>
          <a:blip r:embed="rId5"/>
          <a:stretch/>
        </p:blipFill>
        <p:spPr>
          <a:xfrm>
            <a:off x="4987440" y="28816920"/>
            <a:ext cx="2150280" cy="1026360"/>
          </a:xfrm>
          <a:prstGeom prst="rect">
            <a:avLst/>
          </a:prstGeom>
          <a:ln w="0">
            <a:noFill/>
          </a:ln>
        </p:spPr>
      </p:pic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472760" y="2018520"/>
            <a:ext cx="6896520" cy="706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2138400">
              <a:lnSpc>
                <a:spcPct val="90000"/>
              </a:lnSpc>
              <a:buNone/>
            </a:pPr>
            <a:r>
              <a:rPr b="0" lang="de-DE" sz="7490" spc="-1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  <a:endParaRPr b="0" lang="en-US" sz="749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9090720" y="4359240"/>
            <a:ext cx="10825200" cy="2151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534600" indent="-534600" defTabSz="2138400">
              <a:lnSpc>
                <a:spcPct val="90000"/>
              </a:lnSpc>
              <a:spcBef>
                <a:spcPts val="233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7490" spc="-1" strike="noStrike">
                <a:solidFill>
                  <a:schemeClr val="dk1"/>
                </a:solidFill>
                <a:latin typeface="Calibri"/>
              </a:rPr>
              <a:t>Mastertextformat bearbeiten</a:t>
            </a:r>
            <a:endParaRPr b="0" lang="en-US" sz="7490" spc="-1" strike="noStrike">
              <a:solidFill>
                <a:schemeClr val="dk1"/>
              </a:solidFill>
              <a:latin typeface="Calibri"/>
            </a:endParaRPr>
          </a:p>
          <a:p>
            <a:pPr lvl="1" marL="16038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6550" spc="-1" strike="noStrike">
                <a:solidFill>
                  <a:schemeClr val="dk1"/>
                </a:solidFill>
                <a:latin typeface="Calibri"/>
              </a:rPr>
              <a:t>Zweite Ebene</a:t>
            </a:r>
            <a:endParaRPr b="0" lang="en-US" sz="6550" spc="-1" strike="noStrike">
              <a:solidFill>
                <a:schemeClr val="dk1"/>
              </a:solidFill>
              <a:latin typeface="Calibri"/>
            </a:endParaRPr>
          </a:p>
          <a:p>
            <a:pPr lvl="2" marL="26730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5610" spc="-1" strike="noStrike">
                <a:solidFill>
                  <a:schemeClr val="dk1"/>
                </a:solidFill>
                <a:latin typeface="Calibri"/>
              </a:rPr>
              <a:t>Dritte Ebene</a:t>
            </a:r>
            <a:endParaRPr b="0" lang="en-US" sz="5610" spc="-1" strike="noStrike">
              <a:solidFill>
                <a:schemeClr val="dk1"/>
              </a:solidFill>
              <a:latin typeface="Calibri"/>
            </a:endParaRPr>
          </a:p>
          <a:p>
            <a:pPr lvl="3" marL="37422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4670" spc="-1" strike="noStrike">
                <a:solidFill>
                  <a:schemeClr val="dk1"/>
                </a:solidFill>
                <a:latin typeface="Calibri"/>
              </a:rPr>
              <a:t>Vierte Ebene</a:t>
            </a:r>
            <a:endParaRPr b="0" lang="en-US" sz="4670" spc="-1" strike="noStrike">
              <a:solidFill>
                <a:schemeClr val="dk1"/>
              </a:solidFill>
              <a:latin typeface="Calibri"/>
            </a:endParaRPr>
          </a:p>
          <a:p>
            <a:pPr lvl="4" marL="4811400" indent="-534600" defTabSz="21384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4670" spc="-1" strike="noStrike">
                <a:solidFill>
                  <a:schemeClr val="dk1"/>
                </a:solidFill>
                <a:latin typeface="Calibri"/>
              </a:rPr>
              <a:t>Fünfte Ebene</a:t>
            </a:r>
            <a:endParaRPr b="0" lang="en-US" sz="467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1472760" y="9082440"/>
            <a:ext cx="6896520" cy="1682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2138400">
              <a:lnSpc>
                <a:spcPct val="90000"/>
              </a:lnSpc>
              <a:spcBef>
                <a:spcPts val="2339"/>
              </a:spcBef>
              <a:buNone/>
              <a:tabLst>
                <a:tab algn="l" pos="0"/>
              </a:tabLst>
            </a:pPr>
            <a:r>
              <a:rPr b="0" lang="de-DE" sz="3740" spc="-1" strike="noStrike">
                <a:solidFill>
                  <a:schemeClr val="dk1"/>
                </a:solidFill>
                <a:latin typeface="Calibri"/>
              </a:rPr>
              <a:t>Mastertextformat bearbeiten</a:t>
            </a:r>
            <a:endParaRPr b="0" lang="en-US" sz="374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dt" idx="28"/>
          </p:nvPr>
        </p:nvSpPr>
        <p:spPr>
          <a:xfrm>
            <a:off x="1470240" y="28060560"/>
            <a:ext cx="481104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&lt;Datum/Uhrzeit&gt;</a:t>
            </a:r>
            <a:endParaRPr b="0" lang="de-DE" sz="28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ftr" idx="29"/>
          </p:nvPr>
        </p:nvSpPr>
        <p:spPr>
          <a:xfrm>
            <a:off x="7083360" y="28060560"/>
            <a:ext cx="721656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PlaceHolder 6"/>
          <p:cNvSpPr>
            <a:spLocks noGrp="1"/>
          </p:cNvSpPr>
          <p:nvPr>
            <p:ph type="sldNum" idx="30"/>
          </p:nvPr>
        </p:nvSpPr>
        <p:spPr>
          <a:xfrm>
            <a:off x="15102360" y="28060560"/>
            <a:ext cx="481104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DBCF1E-C11D-4C1D-8A04-C8C4284334A3}" type="slidenum">
              <a: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&lt;Foliennummer&gt;</a:t>
            </a:fld>
            <a:endParaRPr b="0" lang="de-DE" sz="281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6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hteck 6"/>
          <p:cNvSpPr/>
          <p:nvPr/>
        </p:nvSpPr>
        <p:spPr>
          <a:xfrm>
            <a:off x="0" y="11880"/>
            <a:ext cx="21383280" cy="482148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0">
                <a:srgbClr val="000000">
                  <a:alpha val="71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Rechteck 7"/>
          <p:cNvSpPr/>
          <p:nvPr/>
        </p:nvSpPr>
        <p:spPr>
          <a:xfrm>
            <a:off x="0" y="28114920"/>
            <a:ext cx="21383280" cy="2160000"/>
          </a:xfrm>
          <a:prstGeom prst="rect">
            <a:avLst/>
          </a:prstGeom>
          <a:solidFill>
            <a:srgbClr val="005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sp>
        <p:nvSpPr>
          <p:cNvPr id="151" name="Rechteck 8"/>
          <p:cNvSpPr/>
          <p:nvPr/>
        </p:nvSpPr>
        <p:spPr>
          <a:xfrm>
            <a:off x="0" y="10500120"/>
            <a:ext cx="21383280" cy="3499920"/>
          </a:xfrm>
          <a:prstGeom prst="rect">
            <a:avLst/>
          </a:prstGeom>
          <a:solidFill>
            <a:srgbClr val="005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i="1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pic>
        <p:nvPicPr>
          <p:cNvPr id="152" name="Grafik 9" descr=""/>
          <p:cNvPicPr/>
          <p:nvPr/>
        </p:nvPicPr>
        <p:blipFill>
          <a:blip r:embed="rId2"/>
          <a:stretch/>
        </p:blipFill>
        <p:spPr>
          <a:xfrm>
            <a:off x="17917920" y="1131480"/>
            <a:ext cx="2793960" cy="981000"/>
          </a:xfrm>
          <a:prstGeom prst="rect">
            <a:avLst/>
          </a:prstGeom>
          <a:ln w="0">
            <a:noFill/>
          </a:ln>
        </p:spPr>
      </p:pic>
      <p:pic>
        <p:nvPicPr>
          <p:cNvPr id="153" name="Grafik 10" descr=""/>
          <p:cNvPicPr/>
          <p:nvPr/>
        </p:nvPicPr>
        <p:blipFill>
          <a:blip r:embed="rId3"/>
          <a:stretch/>
        </p:blipFill>
        <p:spPr>
          <a:xfrm>
            <a:off x="621720" y="28816920"/>
            <a:ext cx="2350440" cy="1086120"/>
          </a:xfrm>
          <a:prstGeom prst="rect">
            <a:avLst/>
          </a:prstGeom>
          <a:ln w="0">
            <a:noFill/>
          </a:ln>
        </p:spPr>
      </p:pic>
      <p:pic>
        <p:nvPicPr>
          <p:cNvPr id="154" name="Grafik 11" descr=""/>
          <p:cNvPicPr/>
          <p:nvPr/>
        </p:nvPicPr>
        <p:blipFill>
          <a:blip r:embed="rId4"/>
          <a:srcRect l="47403" t="0" r="0" b="0"/>
          <a:stretch/>
        </p:blipFill>
        <p:spPr>
          <a:xfrm>
            <a:off x="3211200" y="28816920"/>
            <a:ext cx="1537200" cy="1026360"/>
          </a:xfrm>
          <a:prstGeom prst="rect">
            <a:avLst/>
          </a:prstGeom>
          <a:ln w="0">
            <a:noFill/>
          </a:ln>
        </p:spPr>
      </p:pic>
      <p:pic>
        <p:nvPicPr>
          <p:cNvPr id="155" name="Grafik 12" descr=""/>
          <p:cNvPicPr/>
          <p:nvPr/>
        </p:nvPicPr>
        <p:blipFill>
          <a:blip r:embed="rId5"/>
          <a:stretch/>
        </p:blipFill>
        <p:spPr>
          <a:xfrm>
            <a:off x="4987440" y="28816920"/>
            <a:ext cx="2150280" cy="1026360"/>
          </a:xfrm>
          <a:prstGeom prst="rect">
            <a:avLst/>
          </a:prstGeom>
          <a:ln w="0">
            <a:noFill/>
          </a:ln>
        </p:spPr>
      </p:pic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472760" y="2018520"/>
            <a:ext cx="6896520" cy="706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2138400">
              <a:lnSpc>
                <a:spcPct val="90000"/>
              </a:lnSpc>
              <a:buNone/>
            </a:pPr>
            <a:r>
              <a:rPr b="0" lang="de-DE" sz="7490" spc="-1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  <a:endParaRPr b="0" lang="en-US" sz="749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9090720" y="4359240"/>
            <a:ext cx="10825200" cy="2151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7490" spc="-1" strike="noStrike">
                <a:solidFill>
                  <a:schemeClr val="dk1"/>
                </a:solidFill>
                <a:latin typeface="Calibri"/>
              </a:rPr>
              <a:t>Bild durch Klicken auf Symbol hinzufügen</a:t>
            </a:r>
            <a:endParaRPr b="0" lang="en-US" sz="749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1472760" y="9082440"/>
            <a:ext cx="6896520" cy="1682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2138400">
              <a:lnSpc>
                <a:spcPct val="90000"/>
              </a:lnSpc>
              <a:spcBef>
                <a:spcPts val="2339"/>
              </a:spcBef>
              <a:buNone/>
              <a:tabLst>
                <a:tab algn="l" pos="0"/>
              </a:tabLst>
            </a:pPr>
            <a:r>
              <a:rPr b="0" lang="de-DE" sz="3740" spc="-1" strike="noStrike">
                <a:solidFill>
                  <a:schemeClr val="dk1"/>
                </a:solidFill>
                <a:latin typeface="Calibri"/>
              </a:rPr>
              <a:t>Mastertextformat bearbeiten</a:t>
            </a:r>
            <a:endParaRPr b="0" lang="en-US" sz="374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dt" idx="31"/>
          </p:nvPr>
        </p:nvSpPr>
        <p:spPr>
          <a:xfrm>
            <a:off x="1470240" y="28060560"/>
            <a:ext cx="481104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&lt;Datum/Uhrzeit&gt;</a:t>
            </a:r>
            <a:endParaRPr b="0" lang="de-DE" sz="28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 type="ftr" idx="32"/>
          </p:nvPr>
        </p:nvSpPr>
        <p:spPr>
          <a:xfrm>
            <a:off x="7083360" y="28060560"/>
            <a:ext cx="721656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PlaceHolder 6"/>
          <p:cNvSpPr>
            <a:spLocks noGrp="1"/>
          </p:cNvSpPr>
          <p:nvPr>
            <p:ph type="sldNum" idx="33"/>
          </p:nvPr>
        </p:nvSpPr>
        <p:spPr>
          <a:xfrm>
            <a:off x="15102360" y="28060560"/>
            <a:ext cx="4811040" cy="16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615EAA-067D-4023-A48B-AD013F30C299}" type="slidenum">
              <a:rPr b="0" lang="en-US" sz="281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&lt;Foliennummer&gt;</a:t>
            </a:fld>
            <a:endParaRPr b="0" lang="de-DE" sz="281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openxmlformats.org/officeDocument/2006/relationships/diagramData" Target="../diagrams/data2.xml"/><Relationship Id="rId6" Type="http://schemas.openxmlformats.org/officeDocument/2006/relationships/diagramLayout" Target="../diagrams/layout2.xml"/><Relationship Id="rId7" Type="http://schemas.openxmlformats.org/officeDocument/2006/relationships/diagramQuickStyle" Target="../diagrams/quickStyle2.xml"/><Relationship Id="rId8" Type="http://schemas.openxmlformats.org/officeDocument/2006/relationships/diagramColors" Target="../diagrams/colors2.xml"/><Relationship Id="rId9" Type="http://schemas.openxmlformats.org/officeDocument/2006/relationships/image" Target="../media/image8.jpe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hteck 48"/>
          <p:cNvSpPr/>
          <p:nvPr/>
        </p:nvSpPr>
        <p:spPr>
          <a:xfrm>
            <a:off x="-12240" y="9508320"/>
            <a:ext cx="21408120" cy="1818792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sp>
        <p:nvSpPr>
          <p:cNvPr id="169" name="Textfeld 7"/>
          <p:cNvSpPr/>
          <p:nvPr/>
        </p:nvSpPr>
        <p:spPr>
          <a:xfrm>
            <a:off x="16818480" y="28695960"/>
            <a:ext cx="428256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528c"/>
                </a:solidFill>
                <a:latin typeface="HelveticaNeueLT Std"/>
              </a:rPr>
              <a:t>Authors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de-DE" sz="1400" spc="-1" strike="noStrike">
                <a:solidFill>
                  <a:srgbClr val="00528c"/>
                </a:solidFill>
                <a:latin typeface="HelveticaNeueLT Std"/>
              </a:rPr>
              <a:t>Seminar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528c"/>
                </a:solidFill>
                <a:latin typeface="HelveticaNeueLT Std"/>
              </a:rPr>
              <a:t>Lecturer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3966112513"/>
              </p:ext>
            </p:extLst>
          </p:nvPr>
        </p:nvGraphicFramePr>
        <p:xfrm>
          <a:off x="1217880" y="13794120"/>
          <a:ext cx="8890200" cy="5576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2" name="Diagram2"/>
          <p:cNvGraphicFramePr/>
          <p:nvPr>
            <p:extLst>
              <p:ext uri="{D42A27DB-BD31-4B8C-83A1-F6EECF244321}">
                <p14:modId xmlns:p14="http://schemas.microsoft.com/office/powerpoint/2010/main" val="2538940519"/>
              </p:ext>
            </p:extLst>
          </p:nvPr>
        </p:nvGraphicFramePr>
        <p:xfrm>
          <a:off x="1217880" y="18144720"/>
          <a:ext cx="8890200" cy="5241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70" name="Textfeld 6"/>
          <p:cNvSpPr/>
          <p:nvPr/>
        </p:nvSpPr>
        <p:spPr>
          <a:xfrm>
            <a:off x="659520" y="25341480"/>
            <a:ext cx="13215960" cy="2408040"/>
          </a:xfrm>
          <a:prstGeom prst="roundRect">
            <a:avLst>
              <a:gd name="adj" fmla="val 0"/>
            </a:avLst>
          </a:prstGeom>
          <a:solidFill>
            <a:srgbClr val="005a9b">
              <a:alpha val="16000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15264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0528c"/>
                </a:solidFill>
                <a:latin typeface="HelveticaNeueLT Std"/>
              </a:rPr>
              <a:t>Conclusion</a:t>
            </a:r>
            <a:endParaRPr b="0" lang="de-DE" sz="3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de-DE" sz="281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de-DE" sz="281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de-DE" sz="281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de-DE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feld 33"/>
          <p:cNvSpPr/>
          <p:nvPr/>
        </p:nvSpPr>
        <p:spPr>
          <a:xfrm>
            <a:off x="663120" y="14975280"/>
            <a:ext cx="971244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0528c"/>
                </a:solidFill>
                <a:latin typeface="HelveticaNeueLT Std"/>
              </a:rPr>
              <a:t>Method</a:t>
            </a:r>
            <a:endParaRPr b="0" lang="de-DE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feld 40"/>
          <p:cNvSpPr/>
          <p:nvPr/>
        </p:nvSpPr>
        <p:spPr>
          <a:xfrm>
            <a:off x="659520" y="8017920"/>
            <a:ext cx="907020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0528c"/>
                </a:solidFill>
                <a:latin typeface="HelveticaNeueLT Std"/>
              </a:rPr>
              <a:t>Problem Statement</a:t>
            </a:r>
            <a:endParaRPr b="0" lang="de-DE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feld 49"/>
          <p:cNvSpPr/>
          <p:nvPr/>
        </p:nvSpPr>
        <p:spPr>
          <a:xfrm>
            <a:off x="10982520" y="14973840"/>
            <a:ext cx="973476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0528c"/>
                </a:solidFill>
                <a:latin typeface="HelveticaNeueLT Std"/>
              </a:rPr>
              <a:t>Results</a:t>
            </a:r>
            <a:endParaRPr b="0" lang="de-DE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echteck: abgerundete Ecken 55"/>
          <p:cNvSpPr/>
          <p:nvPr/>
        </p:nvSpPr>
        <p:spPr>
          <a:xfrm>
            <a:off x="659520" y="8000640"/>
            <a:ext cx="20079360" cy="6630480"/>
          </a:xfrm>
          <a:prstGeom prst="roundRect">
            <a:avLst>
              <a:gd name="adj" fmla="val 0"/>
            </a:avLst>
          </a:prstGeom>
          <a:noFill/>
          <a:ln>
            <a:solidFill>
              <a:srgbClr val="0052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sp>
        <p:nvSpPr>
          <p:cNvPr id="175" name="Rechteck: abgerundete Ecken 55"/>
          <p:cNvSpPr/>
          <p:nvPr/>
        </p:nvSpPr>
        <p:spPr>
          <a:xfrm>
            <a:off x="11004480" y="14943240"/>
            <a:ext cx="9738000" cy="10086480"/>
          </a:xfrm>
          <a:prstGeom prst="roundRect">
            <a:avLst>
              <a:gd name="adj" fmla="val 0"/>
            </a:avLst>
          </a:prstGeom>
          <a:noFill/>
          <a:ln>
            <a:solidFill>
              <a:srgbClr val="0052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sp>
        <p:nvSpPr>
          <p:cNvPr id="176" name="Rechteck: abgerundete Ecken 55"/>
          <p:cNvSpPr/>
          <p:nvPr/>
        </p:nvSpPr>
        <p:spPr>
          <a:xfrm>
            <a:off x="659520" y="14943240"/>
            <a:ext cx="9738000" cy="10086480"/>
          </a:xfrm>
          <a:prstGeom prst="roundRect">
            <a:avLst>
              <a:gd name="adj" fmla="val 0"/>
            </a:avLst>
          </a:prstGeom>
          <a:noFill/>
          <a:ln>
            <a:solidFill>
              <a:srgbClr val="0052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sp>
        <p:nvSpPr>
          <p:cNvPr id="177" name="Rechteck: abgerundete Ecken 55"/>
          <p:cNvSpPr/>
          <p:nvPr/>
        </p:nvSpPr>
        <p:spPr>
          <a:xfrm>
            <a:off x="14272560" y="25341480"/>
            <a:ext cx="6466320" cy="2430720"/>
          </a:xfrm>
          <a:prstGeom prst="roundRect">
            <a:avLst>
              <a:gd name="adj" fmla="val 0"/>
            </a:avLst>
          </a:prstGeom>
          <a:noFill/>
          <a:ln>
            <a:solidFill>
              <a:srgbClr val="0052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sp>
        <p:nvSpPr>
          <p:cNvPr id="178" name="Textfeld 94"/>
          <p:cNvSpPr/>
          <p:nvPr/>
        </p:nvSpPr>
        <p:spPr>
          <a:xfrm>
            <a:off x="14257440" y="25338600"/>
            <a:ext cx="6466320" cy="6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264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0528c"/>
                </a:solidFill>
                <a:latin typeface="HelveticaNeueLT Std"/>
              </a:rPr>
              <a:t>References</a:t>
            </a:r>
            <a:endParaRPr b="0" lang="de-DE" sz="3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de-DE" sz="56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Grafik 19" descr="Ein Bild, das Fahrzeug, Gebäude, Straße, Landfahrzeug enthält.&#10;&#10;Automatisch generierte Beschreibung"/>
          <p:cNvPicPr/>
          <p:nvPr/>
        </p:nvPicPr>
        <p:blipFill>
          <a:blip r:embed="rId9"/>
          <a:srcRect l="0" t="20639" r="0" b="7802"/>
          <a:stretch/>
        </p:blipFill>
        <p:spPr>
          <a:xfrm>
            <a:off x="-12240" y="3960"/>
            <a:ext cx="21416400" cy="7445520"/>
          </a:xfrm>
          <a:prstGeom prst="rect">
            <a:avLst/>
          </a:prstGeom>
          <a:ln w="0">
            <a:noFill/>
          </a:ln>
        </p:spPr>
      </p:pic>
      <p:sp>
        <p:nvSpPr>
          <p:cNvPr id="180" name="Rechteck 16"/>
          <p:cNvSpPr/>
          <p:nvPr/>
        </p:nvSpPr>
        <p:spPr>
          <a:xfrm rot="10800000">
            <a:off x="-3600" y="3600"/>
            <a:ext cx="21399480" cy="7445520"/>
          </a:xfrm>
          <a:prstGeom prst="rect">
            <a:avLst/>
          </a:prstGeom>
          <a:gradFill rotWithShape="0">
            <a:gsLst>
              <a:gs pos="0">
                <a:srgbClr val="005a9b">
                  <a:alpha val="46000"/>
                </a:srgbClr>
              </a:gs>
              <a:gs pos="100000">
                <a:srgbClr val="181717"/>
              </a:gs>
              <a:gs pos="100000">
                <a:srgbClr val="d6d6d6"/>
              </a:gs>
            </a:gsLst>
            <a:lin ang="135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de-DE" sz="3450" spc="-1" strike="noStrike">
              <a:solidFill>
                <a:schemeClr val="lt1"/>
              </a:solidFill>
              <a:latin typeface="HelveticaNeueLT Std"/>
            </a:endParaRPr>
          </a:p>
        </p:txBody>
      </p:sp>
      <p:sp>
        <p:nvSpPr>
          <p:cNvPr id="181" name="PlaceHolder 1"/>
          <p:cNvSpPr>
            <a:spLocks noGrp="1"/>
          </p:cNvSpPr>
          <p:nvPr>
            <p:ph/>
          </p:nvPr>
        </p:nvSpPr>
        <p:spPr>
          <a:xfrm>
            <a:off x="1571760" y="1427760"/>
            <a:ext cx="18619920" cy="364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2138400">
              <a:lnSpc>
                <a:spcPct val="90000"/>
              </a:lnSpc>
              <a:spcBef>
                <a:spcPts val="2339"/>
              </a:spcBef>
              <a:buNone/>
              <a:tabLst>
                <a:tab algn="l" pos="0"/>
              </a:tabLst>
            </a:pPr>
            <a:r>
              <a:rPr b="0" i="1" lang="en-US" sz="6550" spc="-1" strike="noStrike">
                <a:solidFill>
                  <a:schemeClr val="lt1"/>
                </a:solidFill>
                <a:latin typeface="HelveticaNeueLT Std"/>
              </a:rPr>
              <a:t>Title</a:t>
            </a:r>
            <a:endParaRPr b="0" lang="en-US" sz="65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7417800" y="5419440"/>
            <a:ext cx="12773880" cy="876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727"/>
          </a:bodyPr>
          <a:p>
            <a:pPr indent="0" algn="ctr" defTabSz="2138400">
              <a:lnSpc>
                <a:spcPct val="90000"/>
              </a:lnSpc>
              <a:spcBef>
                <a:spcPts val="2339"/>
              </a:spcBef>
              <a:buNone/>
              <a:tabLst>
                <a:tab algn="l" pos="0"/>
              </a:tabLst>
            </a:pPr>
            <a:r>
              <a:rPr b="0" lang="en-US" sz="6790" spc="-1" strike="noStrike">
                <a:solidFill>
                  <a:schemeClr val="lt1"/>
                </a:solidFill>
                <a:latin typeface="HelveticaNeueLT Std"/>
              </a:rPr>
              <a:t>Authors</a:t>
            </a:r>
            <a:endParaRPr b="0" lang="en-US" sz="679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2013 – 2022-Design">
  <a:themeElements>
    <a:clrScheme name="Office 2013 – 2022-Desig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– 2022-Design">
  <a:themeElements>
    <a:clrScheme name="Office 2013 – 2022-Desig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2013 – 2022-Design">
  <a:themeElements>
    <a:clrScheme name="Office 2013 – 2022-Desig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2013 – 2022-Design">
  <a:themeElements>
    <a:clrScheme name="Office 2013 – 2022-Desig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2013 – 2022-Design">
  <a:themeElements>
    <a:clrScheme name="Office 2013 – 2022-Desig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2013 – 2022-Design">
  <a:themeElements>
    <a:clrScheme name="Office 2013 – 2022-Desig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2013 – 2022-Design">
  <a:themeElements>
    <a:clrScheme name="Office 2013 – 2022-Desig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2013 – 2022-Design">
  <a:themeElements>
    <a:clrScheme name="Office 2013 – 2022-Desig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2013 – 2022-Design">
  <a:themeElements>
    <a:clrScheme name="Office 2013 – 2022-Desig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2013 – 2022-Design">
  <a:themeElements>
    <a:clrScheme name="Office 2013 – 2022-Desig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2013 – 2022-Design">
  <a:themeElements>
    <a:clrScheme name="Office 2013 – 2022-Desig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2013 – 2022-Design">
  <a:themeElements>
    <a:clrScheme name="Office 2013 – 2022-Desig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</TotalTime>
  <Application>LibreOffice/24.2.7.2$Linux_X86_64 LibreOffice_project/420$Build-2</Application>
  <AppVersion>15.0000</AppVersion>
  <Words>12</Words>
  <Paragraphs>15</Paragraphs>
  <Company>Hochschule Ingolstadt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2019-10-15T15:12:22Z</dcterms:created>
  <dc:creator>Frison Anna-Katharina</dc:creator>
  <dc:description/>
  <dc:language>de-DE</dc:language>
  <cp:lastModifiedBy/>
  <dcterms:modified xsi:type="dcterms:W3CDTF">2026-06-10T19:47:26Z</dcterms:modified>
  <cp:revision>42</cp:revision>
  <dc:subject/>
  <dc:title>PowerPoint-Präsentation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Benutzerdefiniert</vt:lpwstr>
  </property>
  <property fmtid="{D5CDD505-2E9C-101B-9397-08002B2CF9AE}" pid="4" name="Slides">
    <vt:i4>1</vt:i4>
  </property>
</Properties>
</file>